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c918f886ca443b" /><Relationship Type="http://schemas.openxmlformats.org/officeDocument/2006/relationships/extended-properties" Target="/docProps/app.xml" Id="Rf17dcc08e33a41eb" /><Relationship Type="http://schemas.openxmlformats.org/officeDocument/2006/relationships/officeDocument" Target="/ppt/presentation.xml" Id="R7950aaed85e545c2" /></Relationships>
</file>

<file path=ppt/presentation.xml><?xml version="1.0" encoding="utf-8"?>
<p:presentation xmlns:p="http://schemas.openxmlformats.org/presentationml/2006/main">
  <p:sldMasterIdLst>
    <p:sldMasterId xmlns:r="http://schemas.openxmlformats.org/officeDocument/2006/relationships" id="2147483648" r:id="Rc3e47ed219324867"/>
  </p:sldMasterIdLst>
  <p:notesMasterIdLst>
    <p:notesMasterId xmlns:r="http://schemas.openxmlformats.org/officeDocument/2006/relationships" r:id="Ra35db216b12141a2"/>
  </p:notesMasterIdLst>
  <p:sldIdLst>
    <p:sldId xmlns:r="http://schemas.openxmlformats.org/officeDocument/2006/relationships" id="256" r:id="R433eb44ecc8a40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7a035d9edb401e" /><Relationship Type="http://schemas.openxmlformats.org/officeDocument/2006/relationships/slideMaster" Target="/ppt/slideMasters/slideMaster1.xml" Id="Rc3e47ed219324867" /><Relationship Type="http://schemas.openxmlformats.org/officeDocument/2006/relationships/notesMaster" Target="/ppt/notesMasters/notesMaster1.xml" Id="Ra35db216b12141a2" /><Relationship Type="http://schemas.openxmlformats.org/officeDocument/2006/relationships/presProps" Target="/ppt/presProps.xml" Id="R1c048b1c0e3a49ce" /><Relationship Type="http://schemas.openxmlformats.org/officeDocument/2006/relationships/tableStyles" Target="/ppt/tableStyles.xml" Id="Ra19b0d88dc7f4998" /><Relationship Type="http://schemas.openxmlformats.org/officeDocument/2006/relationships/slide" Target="/ppt/slides/slide1.xml" Id="R433eb44ecc8a40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f8f06c56a543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91b33a339a4df9" /><Relationship Type="http://schemas.openxmlformats.org/officeDocument/2006/relationships/notesMaster" Target="/ppt/notesMasters/notesMaster1.xml" Id="Rc4f4d36ef4fc45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https://github.com/hw-native-sys/pypto/issues/630</a:t>
            </a:r>
          </a:p>
          <a:p xmlns:a="http://schemas.openxmlformats.org/drawingml/2006/main">
            <a:r>
              <a:t>Issue facts: DeepSeek V3.2 decode operator; KV_LORA_RANK changed from 128 to 512; AllocateMemoryAddr reports Right buffer usage 98304 bytes exceeds platform limit 65536 bytes, at deepseek_v3_2_decode_front.py:390:20. Issue excerpt also includes variable use counts and lifetime records. Its direct cause says the larger tile overflows the buffer; the proposed solution is an additional loop over KV_LORA_RANK_CFG. The suggested error translation, candidate resource forecasts, and user workflow on this slide are product design extensions, not existing features. The code snippet is intentionally schematic and no exact block size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6e7a60ff834e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797e59001d4f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333a6952384b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1ba61bc2bb48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b0483c8e6a44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99598a725e4f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68ABD9-74AC-4768-B5E4-EAA6DC9F46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B0BEDCD-08ED-4615-8D6B-7E843D7940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BB12F5-9EC0-4AB1-9274-4E82A7DD0C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B22852-AB3C-474F-8091-59BB763ED7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80D79F-51F8-4C1D-9E61-C16DCE0A93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520EEC-D4A6-42F8-A9E8-84C805EA1D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BEA999-8B0C-4859-AAD8-FCBF31E242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6FC15B-96B4-41C3-B760-2BEB186FCAA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DE612D-464F-41FB-B8D6-C86E62B6BA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60B1EA-EA8B-4FB0-841F-8E9AC8BB9F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d1b9c7c1f24dd1" /><Relationship Type="http://schemas.openxmlformats.org/officeDocument/2006/relationships/slideLayout" Target="/ppt/slideLayouts/slideLayout1.xml" Id="Rb143fe5effee4b74" /><Relationship Type="http://schemas.openxmlformats.org/officeDocument/2006/relationships/slideLayout" Target="/ppt/slideLayouts/slideLayout2.xml" Id="R3e390e5a022e4816" /><Relationship Type="http://schemas.openxmlformats.org/officeDocument/2006/relationships/slideLayout" Target="/ppt/slideLayouts/slideLayout3.xml" Id="R90b0543f4e1a4ee2" /><Relationship Type="http://schemas.openxmlformats.org/officeDocument/2006/relationships/slideLayout" Target="/ppt/slideLayouts/slideLayout4.xml" Id="Rb8e2a404f0884fd5" /><Relationship Type="http://schemas.openxmlformats.org/officeDocument/2006/relationships/slideLayout" Target="/ppt/slideLayouts/slideLayout5.xml" Id="R0e0f620067ed4d16" /><Relationship Type="http://schemas.openxmlformats.org/officeDocument/2006/relationships/slideLayout" Target="/ppt/slideLayouts/slideLayout6.xml" Id="Rc59ba046981e42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43fe5effee4b74"/>
    <p:sldLayoutId xmlns:r="http://schemas.openxmlformats.org/officeDocument/2006/relationships" id="2147483650" r:id="R3e390e5a022e4816"/>
    <p:sldLayoutId xmlns:r="http://schemas.openxmlformats.org/officeDocument/2006/relationships" id="2147483651" r:id="R90b0543f4e1a4ee2"/>
    <p:sldLayoutId xmlns:r="http://schemas.openxmlformats.org/officeDocument/2006/relationships" id="2147483652" r:id="Rb8e2a404f0884fd5"/>
    <p:sldLayoutId xmlns:r="http://schemas.openxmlformats.org/officeDocument/2006/relationships" id="2147483653" r:id="R0e0f620067ed4d16"/>
    <p:sldLayoutId xmlns:r="http://schemas.openxmlformats.org/officeDocument/2006/relationships" id="2147483654" r:id="Rc59ba046981e42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819908f3fc48cb" /><Relationship Type="http://schemas.openxmlformats.org/officeDocument/2006/relationships/notesSlide" Target="/ppt/notesSlides/notesSlide1.xml" Id="Ra45c8c1eac1f405e" /></Relationships>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title">
            <a:extLst xmlns:a="http://schemas.openxmlformats.org/drawingml/2006/main">
              <a:ext uri="{FF2B5EF4-FFF2-40B4-BE49-F238E27FC236}">
                <a16:creationId xmlns:a16="http://schemas.microsoft.com/office/drawing/2014/main" id="{21A5B5E2-FAC8-48DB-8DD4-1784853E2C09}"/>
              </a:ext>
            </a:extLst>
          </p:cNvPr>
          <p:cNvSpPr>
            <a:spLocks xmlns:a="http://schemas.openxmlformats.org/drawingml/2006/main" noGrp="1"/>
          </p:cNvSpPr>
          <p:nvPr/>
        </p:nvSpPr>
        <p:spPr>
          <a:xfrm xmlns:a="http://schemas.openxmlformats.org/drawingml/2006/main">
            <a:off x="590550" y="361950"/>
            <a:ext cx="10934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7212B"/>
                </a:solidFill>
                <a:latin typeface="Microsoft YaHei"/>
                <a:ea typeface="Microsoft YaHei"/>
                <a:cs typeface="Microsoft YaHei"/>
              </a:defRPr>
            </a:defPPr>
            <a:lvl1pPr algn="l">
              <a:defRPr sz="3150" b="1">
                <a:solidFill>
                  <a:srgbClr val="17212B"/>
                </a:solidFill>
                <a:latin typeface="Microsoft YaHei"/>
                <a:ea typeface="Microsoft YaHei"/>
                <a:cs typeface="Microsoft YaHei"/>
              </a:defRPr>
            </a:lvl1pPr>
            <a:lvl2pPr algn="l">
              <a:defRPr sz="3150" b="1">
                <a:solidFill>
                  <a:srgbClr val="17212B"/>
                </a:solidFill>
                <a:latin typeface="Microsoft YaHei"/>
                <a:ea typeface="Microsoft YaHei"/>
                <a:cs typeface="Microsoft YaHei"/>
              </a:defRPr>
            </a:lvl2pPr>
            <a:lvl3pPr algn="l">
              <a:defRPr sz="3150" b="1">
                <a:solidFill>
                  <a:srgbClr val="17212B"/>
                </a:solidFill>
                <a:latin typeface="Microsoft YaHei"/>
                <a:ea typeface="Microsoft YaHei"/>
                <a:cs typeface="Microsoft YaHei"/>
              </a:defRPr>
            </a:lvl3pPr>
            <a:lvl4pPr algn="l">
              <a:defRPr sz="3150" b="1">
                <a:solidFill>
                  <a:srgbClr val="17212B"/>
                </a:solidFill>
                <a:latin typeface="Microsoft YaHei"/>
                <a:ea typeface="Microsoft YaHei"/>
                <a:cs typeface="Microsoft YaHei"/>
              </a:defRPr>
            </a:lvl4pPr>
            <a:lvl5pPr algn="l">
              <a:defRPr sz="3150" b="1">
                <a:solidFill>
                  <a:srgbClr val="17212B"/>
                </a:solidFill>
                <a:latin typeface="Microsoft YaHei"/>
                <a:ea typeface="Microsoft YaHei"/>
                <a:cs typeface="Microsoft YaHei"/>
              </a:defRPr>
            </a:lvl5pPr>
            <a:lvl6pPr algn="l">
              <a:defRPr sz="3150" b="1">
                <a:solidFill>
                  <a:srgbClr val="17212B"/>
                </a:solidFill>
                <a:latin typeface="Microsoft YaHei"/>
                <a:ea typeface="Microsoft YaHei"/>
                <a:cs typeface="Microsoft YaHei"/>
              </a:defRPr>
            </a:lvl6pPr>
            <a:lvl7pPr algn="l">
              <a:defRPr sz="3150" b="1">
                <a:solidFill>
                  <a:srgbClr val="17212B"/>
                </a:solidFill>
                <a:latin typeface="Microsoft YaHei"/>
                <a:ea typeface="Microsoft YaHei"/>
                <a:cs typeface="Microsoft YaHei"/>
              </a:defRPr>
            </a:lvl7pPr>
            <a:lvl8pPr algn="l">
              <a:defRPr sz="3150" b="1">
                <a:solidFill>
                  <a:srgbClr val="17212B"/>
                </a:solidFill>
                <a:latin typeface="Microsoft YaHei"/>
                <a:ea typeface="Microsoft YaHei"/>
                <a:cs typeface="Microsoft YaHei"/>
              </a:defRPr>
            </a:lvl8pPr>
            <a:lvl9pPr algn="l">
              <a:defRPr sz="3150" b="1">
                <a:solidFill>
                  <a:srgbClr val="17212B"/>
                </a:solidFill>
                <a:latin typeface="Microsoft YaHei"/>
                <a:ea typeface="Microsoft YaHei"/>
                <a:cs typeface="Microsoft YaHei"/>
              </a:defRPr>
            </a:lvl9pPr>
          </a:lstStyle>
          <a:p xmlns:a="http://schemas.openxmlformats.org/drawingml/2006/main">
            <a:pPr algn="l">
              <a:defRPr sz="3150" b="1">
                <a:solidFill>
                  <a:srgbClr val="17212B"/>
                </a:solidFill>
                <a:latin typeface="Microsoft YaHei"/>
                <a:ea typeface="Microsoft YaHei"/>
                <a:cs typeface="Microsoft YaHei"/>
              </a:defRPr>
            </a:pPr>
            <a:r>
              <a:rPr sz="3150" b="1">
                <a:solidFill>
                  <a:srgbClr val="17212B"/>
                </a:solidFill>
                <a:latin typeface="Microsoft YaHei"/>
                <a:ea typeface="Microsoft YaHei"/>
                <a:cs typeface="Microsoft YaHei"/>
              </a:rPr>
              <a:t>Rank 扩大 4 倍，片上空间超限</a:t>
            </a:r>
          </a:p>
        </p:txBody>
      </p:sp>
      <p:sp>
        <p:nvSpPr>
          <p:cNvPr id="2" name="subtitle">
            <a:extLst xmlns:a="http://schemas.openxmlformats.org/drawingml/2006/main">
              <a:ext uri="{FF2B5EF4-FFF2-40B4-BE49-F238E27FC236}">
                <a16:creationId xmlns:a16="http://schemas.microsoft.com/office/drawing/2014/main" id="{0D91305D-8569-4BD5-A0C6-71658892A46F}"/>
              </a:ext>
            </a:extLst>
          </p:cNvPr>
          <p:cNvSpPr>
            <a:spLocks xmlns:a="http://schemas.openxmlformats.org/drawingml/2006/main" noGrp="1"/>
          </p:cNvSpPr>
          <p:nvPr/>
        </p:nvSpPr>
        <p:spPr>
          <a:xfrm xmlns:a="http://schemas.openxmlformats.org/drawingml/2006/main">
            <a:off x="609600" y="914400"/>
            <a:ext cx="10906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2616D"/>
                </a:solidFill>
                <a:latin typeface="Microsoft YaHei"/>
                <a:ea typeface="Microsoft YaHei"/>
                <a:cs typeface="Microsoft YaHei"/>
              </a:defRPr>
            </a:defPPr>
            <a:lvl1pPr algn="l">
              <a:defRPr sz="1500" b="0">
                <a:solidFill>
                  <a:srgbClr val="52616D"/>
                </a:solidFill>
                <a:latin typeface="Microsoft YaHei"/>
                <a:ea typeface="Microsoft YaHei"/>
                <a:cs typeface="Microsoft YaHei"/>
              </a:defRPr>
            </a:lvl1pPr>
            <a:lvl2pPr algn="l">
              <a:defRPr sz="1500" b="0">
                <a:solidFill>
                  <a:srgbClr val="52616D"/>
                </a:solidFill>
                <a:latin typeface="Microsoft YaHei"/>
                <a:ea typeface="Microsoft YaHei"/>
                <a:cs typeface="Microsoft YaHei"/>
              </a:defRPr>
            </a:lvl2pPr>
            <a:lvl3pPr algn="l">
              <a:defRPr sz="1500" b="0">
                <a:solidFill>
                  <a:srgbClr val="52616D"/>
                </a:solidFill>
                <a:latin typeface="Microsoft YaHei"/>
                <a:ea typeface="Microsoft YaHei"/>
                <a:cs typeface="Microsoft YaHei"/>
              </a:defRPr>
            </a:lvl3pPr>
            <a:lvl4pPr algn="l">
              <a:defRPr sz="1500" b="0">
                <a:solidFill>
                  <a:srgbClr val="52616D"/>
                </a:solidFill>
                <a:latin typeface="Microsoft YaHei"/>
                <a:ea typeface="Microsoft YaHei"/>
                <a:cs typeface="Microsoft YaHei"/>
              </a:defRPr>
            </a:lvl4pPr>
            <a:lvl5pPr algn="l">
              <a:defRPr sz="1500" b="0">
                <a:solidFill>
                  <a:srgbClr val="52616D"/>
                </a:solidFill>
                <a:latin typeface="Microsoft YaHei"/>
                <a:ea typeface="Microsoft YaHei"/>
                <a:cs typeface="Microsoft YaHei"/>
              </a:defRPr>
            </a:lvl5pPr>
            <a:lvl6pPr algn="l">
              <a:defRPr sz="1500" b="0">
                <a:solidFill>
                  <a:srgbClr val="52616D"/>
                </a:solidFill>
                <a:latin typeface="Microsoft YaHei"/>
                <a:ea typeface="Microsoft YaHei"/>
                <a:cs typeface="Microsoft YaHei"/>
              </a:defRPr>
            </a:lvl6pPr>
            <a:lvl7pPr algn="l">
              <a:defRPr sz="1500" b="0">
                <a:solidFill>
                  <a:srgbClr val="52616D"/>
                </a:solidFill>
                <a:latin typeface="Microsoft YaHei"/>
                <a:ea typeface="Microsoft YaHei"/>
                <a:cs typeface="Microsoft YaHei"/>
              </a:defRPr>
            </a:lvl7pPr>
            <a:lvl8pPr algn="l">
              <a:defRPr sz="1500" b="0">
                <a:solidFill>
                  <a:srgbClr val="52616D"/>
                </a:solidFill>
                <a:latin typeface="Microsoft YaHei"/>
                <a:ea typeface="Microsoft YaHei"/>
                <a:cs typeface="Microsoft YaHei"/>
              </a:defRPr>
            </a:lvl8pPr>
            <a:lvl9pPr algn="l">
              <a:defRPr sz="1500" b="0">
                <a:solidFill>
                  <a:srgbClr val="52616D"/>
                </a:solidFill>
                <a:latin typeface="Microsoft YaHei"/>
                <a:ea typeface="Microsoft YaHei"/>
                <a:cs typeface="Microsoft YaHei"/>
              </a:defRPr>
            </a:lvl9pPr>
          </a:lstStyle>
          <a:p xmlns:a="http://schemas.openxmlformats.org/drawingml/2006/main">
            <a:pPr algn="l">
              <a:defRPr sz="1500" b="0">
                <a:solidFill>
                  <a:srgbClr val="52616D"/>
                </a:solidFill>
                <a:latin typeface="Microsoft YaHei"/>
                <a:ea typeface="Microsoft YaHei"/>
                <a:cs typeface="Microsoft YaHei"/>
              </a:defRPr>
            </a:pPr>
            <a:r>
              <a:rPr sz="1500" b="0">
                <a:solidFill>
                  <a:srgbClr val="52616D"/>
                </a:solidFill>
                <a:latin typeface="Microsoft YaHei"/>
                <a:ea typeface="Microsoft YaHei"/>
                <a:cs typeface="Microsoft YaHei"/>
              </a:rPr>
              <a:t>Case 1 · DeepSeek V3.2 decode · 编译失败后，用户还要自己从硬件报告推导代码改法</a:t>
            </a:r>
          </a:p>
        </p:txBody>
      </p:sp>
      <p:sp>
        <p:nvSpPr>
          <p:cNvPr id="3" name="header-rule">
            <a:extLst xmlns:a="http://schemas.openxmlformats.org/drawingml/2006/main">
              <a:ext uri="{FF2B5EF4-FFF2-40B4-BE49-F238E27FC236}">
                <a16:creationId xmlns:a16="http://schemas.microsoft.com/office/drawing/2014/main" id="{A288D603-6626-4F21-8A74-71FA177B0FF0}"/>
              </a:ext>
            </a:extLst>
          </p:cNvPr>
          <p:cNvSpPr>
            <a:spLocks xmlns:a="http://schemas.openxmlformats.org/drawingml/2006/main" noGrp="1"/>
          </p:cNvSpPr>
          <p:nvPr/>
        </p:nvSpPr>
        <p:spPr>
          <a:xfrm xmlns:a="http://schemas.openxmlformats.org/drawingml/2006/main">
            <a:off x="609600" y="1352550"/>
            <a:ext cx="10972800" cy="19050"/>
          </a:xfrm>
          <a:prstGeom xmlns:a="http://schemas.openxmlformats.org/drawingml/2006/main" prst="rect">
            <a:avLst/>
          </a:prstGeom>
          <a:solidFill xmlns:a="http://schemas.openxmlformats.org/drawingml/2006/main">
            <a:srgbClr val="D7DFE4"/>
          </a:solidFill>
          <a:ln xmlns:a="http://schemas.openxmlformats.org/drawingml/2006/main" w="0">
            <a:noFill/>
            <a:prstDash val="solid"/>
          </a:ln>
        </p:spPr>
      </p:sp>
      <p:sp>
        <p:nvSpPr>
          <p:cNvPr id="4" name="context-label">
            <a:extLst xmlns:a="http://schemas.openxmlformats.org/drawingml/2006/main">
              <a:ext uri="{FF2B5EF4-FFF2-40B4-BE49-F238E27FC236}">
                <a16:creationId xmlns:a16="http://schemas.microsoft.com/office/drawing/2014/main" id="{658AF4B7-C264-4551-9229-56D00E143A10}"/>
              </a:ext>
            </a:extLst>
          </p:cNvPr>
          <p:cNvSpPr>
            <a:spLocks xmlns:a="http://schemas.openxmlformats.org/drawingml/2006/main" noGrp="1"/>
          </p:cNvSpPr>
          <p:nvPr/>
        </p:nvSpPr>
        <p:spPr>
          <a:xfrm xmlns:a="http://schemas.openxmlformats.org/drawingml/2006/main">
            <a:off x="609600" y="1571625"/>
            <a:ext cx="2000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B6532E"/>
                </a:solidFill>
                <a:latin typeface="Microsoft YaHei"/>
                <a:ea typeface="Microsoft YaHei"/>
                <a:cs typeface="Microsoft YaHei"/>
              </a:defRPr>
            </a:defPPr>
            <a:lvl1pPr algn="l">
              <a:defRPr sz="1200" b="1">
                <a:solidFill>
                  <a:srgbClr val="B6532E"/>
                </a:solidFill>
                <a:latin typeface="Microsoft YaHei"/>
                <a:ea typeface="Microsoft YaHei"/>
                <a:cs typeface="Microsoft YaHei"/>
              </a:defRPr>
            </a:lvl1pPr>
            <a:lvl2pPr algn="l">
              <a:defRPr sz="1200" b="1">
                <a:solidFill>
                  <a:srgbClr val="B6532E"/>
                </a:solidFill>
                <a:latin typeface="Microsoft YaHei"/>
                <a:ea typeface="Microsoft YaHei"/>
                <a:cs typeface="Microsoft YaHei"/>
              </a:defRPr>
            </a:lvl2pPr>
            <a:lvl3pPr algn="l">
              <a:defRPr sz="1200" b="1">
                <a:solidFill>
                  <a:srgbClr val="B6532E"/>
                </a:solidFill>
                <a:latin typeface="Microsoft YaHei"/>
                <a:ea typeface="Microsoft YaHei"/>
                <a:cs typeface="Microsoft YaHei"/>
              </a:defRPr>
            </a:lvl3pPr>
            <a:lvl4pPr algn="l">
              <a:defRPr sz="1200" b="1">
                <a:solidFill>
                  <a:srgbClr val="B6532E"/>
                </a:solidFill>
                <a:latin typeface="Microsoft YaHei"/>
                <a:ea typeface="Microsoft YaHei"/>
                <a:cs typeface="Microsoft YaHei"/>
              </a:defRPr>
            </a:lvl4pPr>
            <a:lvl5pPr algn="l">
              <a:defRPr sz="1200" b="1">
                <a:solidFill>
                  <a:srgbClr val="B6532E"/>
                </a:solidFill>
                <a:latin typeface="Microsoft YaHei"/>
                <a:ea typeface="Microsoft YaHei"/>
                <a:cs typeface="Microsoft YaHei"/>
              </a:defRPr>
            </a:lvl5pPr>
            <a:lvl6pPr algn="l">
              <a:defRPr sz="1200" b="1">
                <a:solidFill>
                  <a:srgbClr val="B6532E"/>
                </a:solidFill>
                <a:latin typeface="Microsoft YaHei"/>
                <a:ea typeface="Microsoft YaHei"/>
                <a:cs typeface="Microsoft YaHei"/>
              </a:defRPr>
            </a:lvl6pPr>
            <a:lvl7pPr algn="l">
              <a:defRPr sz="1200" b="1">
                <a:solidFill>
                  <a:srgbClr val="B6532E"/>
                </a:solidFill>
                <a:latin typeface="Microsoft YaHei"/>
                <a:ea typeface="Microsoft YaHei"/>
                <a:cs typeface="Microsoft YaHei"/>
              </a:defRPr>
            </a:lvl7pPr>
            <a:lvl8pPr algn="l">
              <a:defRPr sz="1200" b="1">
                <a:solidFill>
                  <a:srgbClr val="B6532E"/>
                </a:solidFill>
                <a:latin typeface="Microsoft YaHei"/>
                <a:ea typeface="Microsoft YaHei"/>
                <a:cs typeface="Microsoft YaHei"/>
              </a:defRPr>
            </a:lvl8pPr>
            <a:lvl9pPr algn="l">
              <a:defRPr sz="1200" b="1">
                <a:solidFill>
                  <a:srgbClr val="B6532E"/>
                </a:solidFill>
                <a:latin typeface="Microsoft YaHei"/>
                <a:ea typeface="Microsoft YaHei"/>
                <a:cs typeface="Microsoft YaHei"/>
              </a:defRPr>
            </a:lvl9pPr>
          </a:lstStyle>
          <a:p xmlns:a="http://schemas.openxmlformats.org/drawingml/2006/main">
            <a:pPr algn="l">
              <a:defRPr sz="1200" b="1">
                <a:solidFill>
                  <a:srgbClr val="B6532E"/>
                </a:solidFill>
                <a:latin typeface="Microsoft YaHei"/>
                <a:ea typeface="Microsoft YaHei"/>
                <a:cs typeface="Microsoft YaHei"/>
              </a:defRPr>
            </a:pPr>
            <a:r>
              <a:rPr sz="1200" b="1">
                <a:solidFill>
                  <a:srgbClr val="B6532E"/>
                </a:solidFill>
                <a:latin typeface="Microsoft YaHei"/>
                <a:ea typeface="Microsoft YaHei"/>
                <a:cs typeface="Microsoft YaHei"/>
              </a:rPr>
              <a:t>用户改了什么</a:t>
            </a:r>
          </a:p>
        </p:txBody>
      </p:sp>
      <p:sp>
        <p:nvSpPr>
          <p:cNvPr id="5" name="context-change">
            <a:extLst xmlns:a="http://schemas.openxmlformats.org/drawingml/2006/main">
              <a:ext uri="{FF2B5EF4-FFF2-40B4-BE49-F238E27FC236}">
                <a16:creationId xmlns:a16="http://schemas.microsoft.com/office/drawing/2014/main" id="{06D650CF-D70F-4B28-BEAA-1195B687DCE8}"/>
              </a:ext>
            </a:extLst>
          </p:cNvPr>
          <p:cNvSpPr>
            <a:spLocks xmlns:a="http://schemas.openxmlformats.org/drawingml/2006/main" noGrp="1"/>
          </p:cNvSpPr>
          <p:nvPr/>
        </p:nvSpPr>
        <p:spPr>
          <a:xfrm xmlns:a="http://schemas.openxmlformats.org/drawingml/2006/main">
            <a:off x="609600" y="18478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7212B"/>
                </a:solidFill>
                <a:latin typeface="Microsoft YaHei"/>
                <a:ea typeface="Microsoft YaHei"/>
                <a:cs typeface="Microsoft YaHei"/>
              </a:defRPr>
            </a:defPPr>
            <a:lvl1pPr algn="l">
              <a:defRPr sz="1950" b="1">
                <a:solidFill>
                  <a:srgbClr val="17212B"/>
                </a:solidFill>
                <a:latin typeface="Microsoft YaHei"/>
                <a:ea typeface="Microsoft YaHei"/>
                <a:cs typeface="Microsoft YaHei"/>
              </a:defRPr>
            </a:lvl1pPr>
            <a:lvl2pPr algn="l">
              <a:defRPr sz="1950" b="1">
                <a:solidFill>
                  <a:srgbClr val="17212B"/>
                </a:solidFill>
                <a:latin typeface="Microsoft YaHei"/>
                <a:ea typeface="Microsoft YaHei"/>
                <a:cs typeface="Microsoft YaHei"/>
              </a:defRPr>
            </a:lvl2pPr>
            <a:lvl3pPr algn="l">
              <a:defRPr sz="1950" b="1">
                <a:solidFill>
                  <a:srgbClr val="17212B"/>
                </a:solidFill>
                <a:latin typeface="Microsoft YaHei"/>
                <a:ea typeface="Microsoft YaHei"/>
                <a:cs typeface="Microsoft YaHei"/>
              </a:defRPr>
            </a:lvl3pPr>
            <a:lvl4pPr algn="l">
              <a:defRPr sz="1950" b="1">
                <a:solidFill>
                  <a:srgbClr val="17212B"/>
                </a:solidFill>
                <a:latin typeface="Microsoft YaHei"/>
                <a:ea typeface="Microsoft YaHei"/>
                <a:cs typeface="Microsoft YaHei"/>
              </a:defRPr>
            </a:lvl4pPr>
            <a:lvl5pPr algn="l">
              <a:defRPr sz="1950" b="1">
                <a:solidFill>
                  <a:srgbClr val="17212B"/>
                </a:solidFill>
                <a:latin typeface="Microsoft YaHei"/>
                <a:ea typeface="Microsoft YaHei"/>
                <a:cs typeface="Microsoft YaHei"/>
              </a:defRPr>
            </a:lvl5pPr>
            <a:lvl6pPr algn="l">
              <a:defRPr sz="1950" b="1">
                <a:solidFill>
                  <a:srgbClr val="17212B"/>
                </a:solidFill>
                <a:latin typeface="Microsoft YaHei"/>
                <a:ea typeface="Microsoft YaHei"/>
                <a:cs typeface="Microsoft YaHei"/>
              </a:defRPr>
            </a:lvl6pPr>
            <a:lvl7pPr algn="l">
              <a:defRPr sz="1950" b="1">
                <a:solidFill>
                  <a:srgbClr val="17212B"/>
                </a:solidFill>
                <a:latin typeface="Microsoft YaHei"/>
                <a:ea typeface="Microsoft YaHei"/>
                <a:cs typeface="Microsoft YaHei"/>
              </a:defRPr>
            </a:lvl7pPr>
            <a:lvl8pPr algn="l">
              <a:defRPr sz="1950" b="1">
                <a:solidFill>
                  <a:srgbClr val="17212B"/>
                </a:solidFill>
                <a:latin typeface="Microsoft YaHei"/>
                <a:ea typeface="Microsoft YaHei"/>
                <a:cs typeface="Microsoft YaHei"/>
              </a:defRPr>
            </a:lvl8pPr>
            <a:lvl9pPr algn="l">
              <a:defRPr sz="1950" b="1">
                <a:solidFill>
                  <a:srgbClr val="17212B"/>
                </a:solidFill>
                <a:latin typeface="Microsoft YaHei"/>
                <a:ea typeface="Microsoft YaHei"/>
                <a:cs typeface="Microsoft YaHei"/>
              </a:defRPr>
            </a:lvl9pPr>
          </a:lstStyle>
          <a:p xmlns:a="http://schemas.openxmlformats.org/drawingml/2006/main">
            <a:pPr algn="l">
              <a:defRPr sz="1950" b="1">
                <a:solidFill>
                  <a:srgbClr val="17212B"/>
                </a:solidFill>
                <a:latin typeface="Microsoft YaHei"/>
                <a:ea typeface="Microsoft YaHei"/>
                <a:cs typeface="Microsoft YaHei"/>
              </a:defRPr>
            </a:pPr>
            <a:r>
              <a:rPr sz="1950" b="1">
                <a:solidFill>
                  <a:srgbClr val="17212B"/>
                </a:solidFill>
                <a:latin typeface="Microsoft YaHei"/>
                <a:ea typeface="Microsoft YaHei"/>
                <a:cs typeface="Microsoft YaHei"/>
              </a:rPr>
              <a:t>KV_LORA_RANK</a:t>
            </a:r>
          </a:p>
        </p:txBody>
      </p:sp>
      <p:sp>
        <p:nvSpPr>
          <p:cNvPr id="6" name="context-values">
            <a:extLst xmlns:a="http://schemas.openxmlformats.org/drawingml/2006/main">
              <a:ext uri="{FF2B5EF4-FFF2-40B4-BE49-F238E27FC236}">
                <a16:creationId xmlns:a16="http://schemas.microsoft.com/office/drawing/2014/main" id="{C7F3A560-FE85-495A-BA1F-919473E19B2A}"/>
              </a:ext>
            </a:extLst>
          </p:cNvPr>
          <p:cNvSpPr>
            <a:spLocks xmlns:a="http://schemas.openxmlformats.org/drawingml/2006/main" noGrp="1"/>
          </p:cNvSpPr>
          <p:nvPr/>
        </p:nvSpPr>
        <p:spPr>
          <a:xfrm xmlns:a="http://schemas.openxmlformats.org/drawingml/2006/main">
            <a:off x="609600" y="22288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B6532E"/>
                </a:solidFill>
                <a:latin typeface="Microsoft YaHei"/>
                <a:ea typeface="Microsoft YaHei"/>
                <a:cs typeface="Microsoft YaHei"/>
              </a:defRPr>
            </a:defPPr>
            <a:lvl1pPr algn="l">
              <a:defRPr sz="2025" b="1">
                <a:solidFill>
                  <a:srgbClr val="B6532E"/>
                </a:solidFill>
                <a:latin typeface="Microsoft YaHei"/>
                <a:ea typeface="Microsoft YaHei"/>
                <a:cs typeface="Microsoft YaHei"/>
              </a:defRPr>
            </a:lvl1pPr>
            <a:lvl2pPr algn="l">
              <a:defRPr sz="2025" b="1">
                <a:solidFill>
                  <a:srgbClr val="B6532E"/>
                </a:solidFill>
                <a:latin typeface="Microsoft YaHei"/>
                <a:ea typeface="Microsoft YaHei"/>
                <a:cs typeface="Microsoft YaHei"/>
              </a:defRPr>
            </a:lvl2pPr>
            <a:lvl3pPr algn="l">
              <a:defRPr sz="2025" b="1">
                <a:solidFill>
                  <a:srgbClr val="B6532E"/>
                </a:solidFill>
                <a:latin typeface="Microsoft YaHei"/>
                <a:ea typeface="Microsoft YaHei"/>
                <a:cs typeface="Microsoft YaHei"/>
              </a:defRPr>
            </a:lvl3pPr>
            <a:lvl4pPr algn="l">
              <a:defRPr sz="2025" b="1">
                <a:solidFill>
                  <a:srgbClr val="B6532E"/>
                </a:solidFill>
                <a:latin typeface="Microsoft YaHei"/>
                <a:ea typeface="Microsoft YaHei"/>
                <a:cs typeface="Microsoft YaHei"/>
              </a:defRPr>
            </a:lvl4pPr>
            <a:lvl5pPr algn="l">
              <a:defRPr sz="2025" b="1">
                <a:solidFill>
                  <a:srgbClr val="B6532E"/>
                </a:solidFill>
                <a:latin typeface="Microsoft YaHei"/>
                <a:ea typeface="Microsoft YaHei"/>
                <a:cs typeface="Microsoft YaHei"/>
              </a:defRPr>
            </a:lvl5pPr>
            <a:lvl6pPr algn="l">
              <a:defRPr sz="2025" b="1">
                <a:solidFill>
                  <a:srgbClr val="B6532E"/>
                </a:solidFill>
                <a:latin typeface="Microsoft YaHei"/>
                <a:ea typeface="Microsoft YaHei"/>
                <a:cs typeface="Microsoft YaHei"/>
              </a:defRPr>
            </a:lvl6pPr>
            <a:lvl7pPr algn="l">
              <a:defRPr sz="2025" b="1">
                <a:solidFill>
                  <a:srgbClr val="B6532E"/>
                </a:solidFill>
                <a:latin typeface="Microsoft YaHei"/>
                <a:ea typeface="Microsoft YaHei"/>
                <a:cs typeface="Microsoft YaHei"/>
              </a:defRPr>
            </a:lvl7pPr>
            <a:lvl8pPr algn="l">
              <a:defRPr sz="2025" b="1">
                <a:solidFill>
                  <a:srgbClr val="B6532E"/>
                </a:solidFill>
                <a:latin typeface="Microsoft YaHei"/>
                <a:ea typeface="Microsoft YaHei"/>
                <a:cs typeface="Microsoft YaHei"/>
              </a:defRPr>
            </a:lvl8pPr>
            <a:lvl9pPr algn="l">
              <a:defRPr sz="2025" b="1">
                <a:solidFill>
                  <a:srgbClr val="B6532E"/>
                </a:solidFill>
                <a:latin typeface="Microsoft YaHei"/>
                <a:ea typeface="Microsoft YaHei"/>
                <a:cs typeface="Microsoft YaHei"/>
              </a:defRPr>
            </a:lvl9pPr>
          </a:lstStyle>
          <a:p xmlns:a="http://schemas.openxmlformats.org/drawingml/2006/main">
            <a:pPr algn="l">
              <a:defRPr sz="2025" b="1">
                <a:solidFill>
                  <a:srgbClr val="B6532E"/>
                </a:solidFill>
                <a:latin typeface="Microsoft YaHei"/>
                <a:ea typeface="Microsoft YaHei"/>
                <a:cs typeface="Microsoft YaHei"/>
              </a:defRPr>
            </a:pPr>
            <a:r>
              <a:rPr sz="2025" b="1">
                <a:solidFill>
                  <a:srgbClr val="B6532E"/>
                </a:solidFill>
                <a:latin typeface="Microsoft YaHei"/>
                <a:ea typeface="Microsoft YaHei"/>
                <a:cs typeface="Microsoft YaHei"/>
              </a:rPr>
              <a:t>128  →  512</a:t>
            </a:r>
          </a:p>
        </p:txBody>
      </p:sp>
      <p:sp>
        <p:nvSpPr>
          <p:cNvPr id="7" name="context-note">
            <a:extLst xmlns:a="http://schemas.openxmlformats.org/drawingml/2006/main">
              <a:ext uri="{FF2B5EF4-FFF2-40B4-BE49-F238E27FC236}">
                <a16:creationId xmlns:a16="http://schemas.microsoft.com/office/drawing/2014/main" id="{5CA66771-E43A-4087-8645-A55AC0796EE8}"/>
              </a:ext>
            </a:extLst>
          </p:cNvPr>
          <p:cNvSpPr>
            <a:spLocks xmlns:a="http://schemas.openxmlformats.org/drawingml/2006/main" noGrp="1"/>
          </p:cNvSpPr>
          <p:nvPr/>
        </p:nvSpPr>
        <p:spPr>
          <a:xfrm xmlns:a="http://schemas.openxmlformats.org/drawingml/2006/main">
            <a:off x="609600" y="2628900"/>
            <a:ext cx="4057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2616D"/>
                </a:solidFill>
                <a:latin typeface="Microsoft YaHei"/>
                <a:ea typeface="Microsoft YaHei"/>
                <a:cs typeface="Microsoft YaHei"/>
              </a:defRPr>
            </a:defPPr>
            <a:lvl1pPr algn="l">
              <a:defRPr sz="1425" b="0">
                <a:solidFill>
                  <a:srgbClr val="52616D"/>
                </a:solidFill>
                <a:latin typeface="Microsoft YaHei"/>
                <a:ea typeface="Microsoft YaHei"/>
                <a:cs typeface="Microsoft YaHei"/>
              </a:defRPr>
            </a:lvl1pPr>
            <a:lvl2pPr algn="l">
              <a:defRPr sz="1425" b="0">
                <a:solidFill>
                  <a:srgbClr val="52616D"/>
                </a:solidFill>
                <a:latin typeface="Microsoft YaHei"/>
                <a:ea typeface="Microsoft YaHei"/>
                <a:cs typeface="Microsoft YaHei"/>
              </a:defRPr>
            </a:lvl2pPr>
            <a:lvl3pPr algn="l">
              <a:defRPr sz="1425" b="0">
                <a:solidFill>
                  <a:srgbClr val="52616D"/>
                </a:solidFill>
                <a:latin typeface="Microsoft YaHei"/>
                <a:ea typeface="Microsoft YaHei"/>
                <a:cs typeface="Microsoft YaHei"/>
              </a:defRPr>
            </a:lvl3pPr>
            <a:lvl4pPr algn="l">
              <a:defRPr sz="1425" b="0">
                <a:solidFill>
                  <a:srgbClr val="52616D"/>
                </a:solidFill>
                <a:latin typeface="Microsoft YaHei"/>
                <a:ea typeface="Microsoft YaHei"/>
                <a:cs typeface="Microsoft YaHei"/>
              </a:defRPr>
            </a:lvl4pPr>
            <a:lvl5pPr algn="l">
              <a:defRPr sz="1425" b="0">
                <a:solidFill>
                  <a:srgbClr val="52616D"/>
                </a:solidFill>
                <a:latin typeface="Microsoft YaHei"/>
                <a:ea typeface="Microsoft YaHei"/>
                <a:cs typeface="Microsoft YaHei"/>
              </a:defRPr>
            </a:lvl5pPr>
            <a:lvl6pPr algn="l">
              <a:defRPr sz="1425" b="0">
                <a:solidFill>
                  <a:srgbClr val="52616D"/>
                </a:solidFill>
                <a:latin typeface="Microsoft YaHei"/>
                <a:ea typeface="Microsoft YaHei"/>
                <a:cs typeface="Microsoft YaHei"/>
              </a:defRPr>
            </a:lvl6pPr>
            <a:lvl7pPr algn="l">
              <a:defRPr sz="1425" b="0">
                <a:solidFill>
                  <a:srgbClr val="52616D"/>
                </a:solidFill>
                <a:latin typeface="Microsoft YaHei"/>
                <a:ea typeface="Microsoft YaHei"/>
                <a:cs typeface="Microsoft YaHei"/>
              </a:defRPr>
            </a:lvl7pPr>
            <a:lvl8pPr algn="l">
              <a:defRPr sz="1425" b="0">
                <a:solidFill>
                  <a:srgbClr val="52616D"/>
                </a:solidFill>
                <a:latin typeface="Microsoft YaHei"/>
                <a:ea typeface="Microsoft YaHei"/>
                <a:cs typeface="Microsoft YaHei"/>
              </a:defRPr>
            </a:lvl8pPr>
            <a:lvl9pPr algn="l">
              <a:defRPr sz="1425" b="0">
                <a:solidFill>
                  <a:srgbClr val="52616D"/>
                </a:solidFill>
                <a:latin typeface="Microsoft YaHei"/>
                <a:ea typeface="Microsoft YaHei"/>
                <a:cs typeface="Microsoft YaHei"/>
              </a:defRPr>
            </a:lvl9pPr>
          </a:lstStyle>
          <a:p xmlns:a="http://schemas.openxmlformats.org/drawingml/2006/main">
            <a:pPr algn="l">
              <a:defRPr sz="1425" b="0">
                <a:solidFill>
                  <a:srgbClr val="52616D"/>
                </a:solidFill>
                <a:latin typeface="Microsoft YaHei"/>
                <a:ea typeface="Microsoft YaHei"/>
                <a:cs typeface="Microsoft YaHei"/>
              </a:defRPr>
            </a:pPr>
            <a:r>
              <a:rPr sz="1425" b="0">
                <a:solidFill>
                  <a:srgbClr val="52616D"/>
                </a:solidFill>
                <a:latin typeface="Microsoft YaHei"/>
                <a:ea typeface="Microsoft YaHei"/>
                <a:cs typeface="Microsoft YaHei"/>
              </a:rPr>
              <a:t>原有 tile 结构不变，单块覆盖的数据变多。</a:t>
            </a:r>
          </a:p>
        </p:txBody>
      </p:sp>
      <p:sp>
        <p:nvSpPr>
          <p:cNvPr id="8" name="error-highlight">
            <a:extLst xmlns:a="http://schemas.openxmlformats.org/drawingml/2006/main">
              <a:ext uri="{FF2B5EF4-FFF2-40B4-BE49-F238E27FC236}">
                <a16:creationId xmlns:a16="http://schemas.microsoft.com/office/drawing/2014/main" id="{82038F69-577C-4C87-A036-A05B318255D1}"/>
              </a:ext>
            </a:extLst>
          </p:cNvPr>
          <p:cNvSpPr>
            <a:spLocks xmlns:a="http://schemas.openxmlformats.org/drawingml/2006/main" noGrp="1"/>
          </p:cNvSpPr>
          <p:nvPr/>
        </p:nvSpPr>
        <p:spPr>
          <a:xfrm xmlns:a="http://schemas.openxmlformats.org/drawingml/2006/main">
            <a:off x="609600" y="3200400"/>
            <a:ext cx="4057650" cy="1057275"/>
          </a:xfrm>
          <a:prstGeom xmlns:a="http://schemas.openxmlformats.org/drawingml/2006/main" prst="roundRect">
            <a:avLst>
              <a:gd name="adj" fmla="val 5405"/>
            </a:avLst>
          </a:prstGeom>
          <a:solidFill xmlns:a="http://schemas.openxmlformats.org/drawingml/2006/main">
            <a:srgbClr val="F8EEE9"/>
          </a:solidFill>
          <a:ln xmlns:a="http://schemas.openxmlformats.org/drawingml/2006/main" w="0">
            <a:noFill/>
            <a:prstDash val="solid"/>
          </a:ln>
        </p:spPr>
      </p:sp>
      <p:sp>
        <p:nvSpPr>
          <p:cNvPr id="9" name="error-label">
            <a:extLst xmlns:a="http://schemas.openxmlformats.org/drawingml/2006/main">
              <a:ext uri="{FF2B5EF4-FFF2-40B4-BE49-F238E27FC236}">
                <a16:creationId xmlns:a16="http://schemas.microsoft.com/office/drawing/2014/main" id="{75D69F9A-7770-406B-A09E-0E68DABB89C2}"/>
              </a:ext>
            </a:extLst>
          </p:cNvPr>
          <p:cNvSpPr>
            <a:spLocks xmlns:a="http://schemas.openxmlformats.org/drawingml/2006/main" noGrp="1"/>
          </p:cNvSpPr>
          <p:nvPr/>
        </p:nvSpPr>
        <p:spPr>
          <a:xfrm xmlns:a="http://schemas.openxmlformats.org/drawingml/2006/main">
            <a:off x="771525" y="3324225"/>
            <a:ext cx="3733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B6532E"/>
                </a:solidFill>
                <a:latin typeface="Microsoft YaHei"/>
                <a:ea typeface="Microsoft YaHei"/>
                <a:cs typeface="Microsoft YaHei"/>
              </a:defRPr>
            </a:defPPr>
            <a:lvl1pPr algn="l">
              <a:defRPr sz="1125" b="1">
                <a:solidFill>
                  <a:srgbClr val="B6532E"/>
                </a:solidFill>
                <a:latin typeface="Microsoft YaHei"/>
                <a:ea typeface="Microsoft YaHei"/>
                <a:cs typeface="Microsoft YaHei"/>
              </a:defRPr>
            </a:lvl1pPr>
            <a:lvl2pPr algn="l">
              <a:defRPr sz="1125" b="1">
                <a:solidFill>
                  <a:srgbClr val="B6532E"/>
                </a:solidFill>
                <a:latin typeface="Microsoft YaHei"/>
                <a:ea typeface="Microsoft YaHei"/>
                <a:cs typeface="Microsoft YaHei"/>
              </a:defRPr>
            </a:lvl2pPr>
            <a:lvl3pPr algn="l">
              <a:defRPr sz="1125" b="1">
                <a:solidFill>
                  <a:srgbClr val="B6532E"/>
                </a:solidFill>
                <a:latin typeface="Microsoft YaHei"/>
                <a:ea typeface="Microsoft YaHei"/>
                <a:cs typeface="Microsoft YaHei"/>
              </a:defRPr>
            </a:lvl3pPr>
            <a:lvl4pPr algn="l">
              <a:defRPr sz="1125" b="1">
                <a:solidFill>
                  <a:srgbClr val="B6532E"/>
                </a:solidFill>
                <a:latin typeface="Microsoft YaHei"/>
                <a:ea typeface="Microsoft YaHei"/>
                <a:cs typeface="Microsoft YaHei"/>
              </a:defRPr>
            </a:lvl4pPr>
            <a:lvl5pPr algn="l">
              <a:defRPr sz="1125" b="1">
                <a:solidFill>
                  <a:srgbClr val="B6532E"/>
                </a:solidFill>
                <a:latin typeface="Microsoft YaHei"/>
                <a:ea typeface="Microsoft YaHei"/>
                <a:cs typeface="Microsoft YaHei"/>
              </a:defRPr>
            </a:lvl5pPr>
            <a:lvl6pPr algn="l">
              <a:defRPr sz="1125" b="1">
                <a:solidFill>
                  <a:srgbClr val="B6532E"/>
                </a:solidFill>
                <a:latin typeface="Microsoft YaHei"/>
                <a:ea typeface="Microsoft YaHei"/>
                <a:cs typeface="Microsoft YaHei"/>
              </a:defRPr>
            </a:lvl6pPr>
            <a:lvl7pPr algn="l">
              <a:defRPr sz="1125" b="1">
                <a:solidFill>
                  <a:srgbClr val="B6532E"/>
                </a:solidFill>
                <a:latin typeface="Microsoft YaHei"/>
                <a:ea typeface="Microsoft YaHei"/>
                <a:cs typeface="Microsoft YaHei"/>
              </a:defRPr>
            </a:lvl7pPr>
            <a:lvl8pPr algn="l">
              <a:defRPr sz="1125" b="1">
                <a:solidFill>
                  <a:srgbClr val="B6532E"/>
                </a:solidFill>
                <a:latin typeface="Microsoft YaHei"/>
                <a:ea typeface="Microsoft YaHei"/>
                <a:cs typeface="Microsoft YaHei"/>
              </a:defRPr>
            </a:lvl8pPr>
            <a:lvl9pPr algn="l">
              <a:defRPr sz="1125" b="1">
                <a:solidFill>
                  <a:srgbClr val="B6532E"/>
                </a:solidFill>
                <a:latin typeface="Microsoft YaHei"/>
                <a:ea typeface="Microsoft YaHei"/>
                <a:cs typeface="Microsoft YaHei"/>
              </a:defRPr>
            </a:lvl9pPr>
          </a:lstStyle>
          <a:p xmlns:a="http://schemas.openxmlformats.org/drawingml/2006/main">
            <a:pPr algn="l">
              <a:defRPr sz="1125" b="1">
                <a:solidFill>
                  <a:srgbClr val="B6532E"/>
                </a:solidFill>
                <a:latin typeface="Microsoft YaHei"/>
                <a:ea typeface="Microsoft YaHei"/>
                <a:cs typeface="Microsoft YaHei"/>
              </a:defRPr>
            </a:pPr>
            <a:r>
              <a:rPr sz="1125" b="1">
                <a:solidFill>
                  <a:srgbClr val="B6532E"/>
                </a:solidFill>
                <a:latin typeface="Microsoft YaHei"/>
                <a:ea typeface="Microsoft YaHei"/>
                <a:cs typeface="Microsoft YaHei"/>
              </a:rPr>
              <a:t>编译器实际报错</a:t>
            </a:r>
          </a:p>
        </p:txBody>
      </p:sp>
      <p:sp>
        <p:nvSpPr>
          <p:cNvPr id="10" name="error-number">
            <a:extLst xmlns:a="http://schemas.openxmlformats.org/drawingml/2006/main">
              <a:ext uri="{FF2B5EF4-FFF2-40B4-BE49-F238E27FC236}">
                <a16:creationId xmlns:a16="http://schemas.microsoft.com/office/drawing/2014/main" id="{3B9552B9-81C0-45BA-9A6C-02331F3576DC}"/>
              </a:ext>
            </a:extLst>
          </p:cNvPr>
          <p:cNvSpPr>
            <a:spLocks xmlns:a="http://schemas.openxmlformats.org/drawingml/2006/main" noGrp="1"/>
          </p:cNvSpPr>
          <p:nvPr/>
        </p:nvSpPr>
        <p:spPr>
          <a:xfrm xmlns:a="http://schemas.openxmlformats.org/drawingml/2006/main">
            <a:off x="771525" y="3581400"/>
            <a:ext cx="3733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7212B"/>
                </a:solidFill>
                <a:latin typeface="Microsoft YaHei"/>
                <a:ea typeface="Microsoft YaHei"/>
                <a:cs typeface="Microsoft YaHei"/>
              </a:defRPr>
            </a:defPPr>
            <a:lvl1pPr algn="l">
              <a:defRPr sz="1950" b="1">
                <a:solidFill>
                  <a:srgbClr val="17212B"/>
                </a:solidFill>
                <a:latin typeface="Microsoft YaHei"/>
                <a:ea typeface="Microsoft YaHei"/>
                <a:cs typeface="Microsoft YaHei"/>
              </a:defRPr>
            </a:lvl1pPr>
            <a:lvl2pPr algn="l">
              <a:defRPr sz="1950" b="1">
                <a:solidFill>
                  <a:srgbClr val="17212B"/>
                </a:solidFill>
                <a:latin typeface="Microsoft YaHei"/>
                <a:ea typeface="Microsoft YaHei"/>
                <a:cs typeface="Microsoft YaHei"/>
              </a:defRPr>
            </a:lvl2pPr>
            <a:lvl3pPr algn="l">
              <a:defRPr sz="1950" b="1">
                <a:solidFill>
                  <a:srgbClr val="17212B"/>
                </a:solidFill>
                <a:latin typeface="Microsoft YaHei"/>
                <a:ea typeface="Microsoft YaHei"/>
                <a:cs typeface="Microsoft YaHei"/>
              </a:defRPr>
            </a:lvl3pPr>
            <a:lvl4pPr algn="l">
              <a:defRPr sz="1950" b="1">
                <a:solidFill>
                  <a:srgbClr val="17212B"/>
                </a:solidFill>
                <a:latin typeface="Microsoft YaHei"/>
                <a:ea typeface="Microsoft YaHei"/>
                <a:cs typeface="Microsoft YaHei"/>
              </a:defRPr>
            </a:lvl4pPr>
            <a:lvl5pPr algn="l">
              <a:defRPr sz="1950" b="1">
                <a:solidFill>
                  <a:srgbClr val="17212B"/>
                </a:solidFill>
                <a:latin typeface="Microsoft YaHei"/>
                <a:ea typeface="Microsoft YaHei"/>
                <a:cs typeface="Microsoft YaHei"/>
              </a:defRPr>
            </a:lvl5pPr>
            <a:lvl6pPr algn="l">
              <a:defRPr sz="1950" b="1">
                <a:solidFill>
                  <a:srgbClr val="17212B"/>
                </a:solidFill>
                <a:latin typeface="Microsoft YaHei"/>
                <a:ea typeface="Microsoft YaHei"/>
                <a:cs typeface="Microsoft YaHei"/>
              </a:defRPr>
            </a:lvl6pPr>
            <a:lvl7pPr algn="l">
              <a:defRPr sz="1950" b="1">
                <a:solidFill>
                  <a:srgbClr val="17212B"/>
                </a:solidFill>
                <a:latin typeface="Microsoft YaHei"/>
                <a:ea typeface="Microsoft YaHei"/>
                <a:cs typeface="Microsoft YaHei"/>
              </a:defRPr>
            </a:lvl7pPr>
            <a:lvl8pPr algn="l">
              <a:defRPr sz="1950" b="1">
                <a:solidFill>
                  <a:srgbClr val="17212B"/>
                </a:solidFill>
                <a:latin typeface="Microsoft YaHei"/>
                <a:ea typeface="Microsoft YaHei"/>
                <a:cs typeface="Microsoft YaHei"/>
              </a:defRPr>
            </a:lvl8pPr>
            <a:lvl9pPr algn="l">
              <a:defRPr sz="1950" b="1">
                <a:solidFill>
                  <a:srgbClr val="17212B"/>
                </a:solidFill>
                <a:latin typeface="Microsoft YaHei"/>
                <a:ea typeface="Microsoft YaHei"/>
                <a:cs typeface="Microsoft YaHei"/>
              </a:defRPr>
            </a:lvl9pPr>
          </a:lstStyle>
          <a:p xmlns:a="http://schemas.openxmlformats.org/drawingml/2006/main">
            <a:pPr algn="l">
              <a:defRPr sz="1950" b="1">
                <a:solidFill>
                  <a:srgbClr val="17212B"/>
                </a:solidFill>
                <a:latin typeface="Microsoft YaHei"/>
                <a:ea typeface="Microsoft YaHei"/>
                <a:cs typeface="Microsoft YaHei"/>
              </a:defRPr>
            </a:pPr>
            <a:r>
              <a:rPr sz="1950" b="1">
                <a:solidFill>
                  <a:srgbClr val="17212B"/>
                </a:solidFill>
                <a:latin typeface="Microsoft YaHei"/>
                <a:ea typeface="Microsoft YaHei"/>
                <a:cs typeface="Microsoft YaHei"/>
              </a:rPr>
              <a:t>98,304 B  &gt;  65,536 B</a:t>
            </a:r>
          </a:p>
        </p:txBody>
      </p:sp>
      <p:sp>
        <p:nvSpPr>
          <p:cNvPr id="11" name="error-detail">
            <a:extLst xmlns:a="http://schemas.openxmlformats.org/drawingml/2006/main">
              <a:ext uri="{FF2B5EF4-FFF2-40B4-BE49-F238E27FC236}">
                <a16:creationId xmlns:a16="http://schemas.microsoft.com/office/drawing/2014/main" id="{A051C910-8E52-41B4-A3F8-21867D57BDFE}"/>
              </a:ext>
            </a:extLst>
          </p:cNvPr>
          <p:cNvSpPr>
            <a:spLocks xmlns:a="http://schemas.openxmlformats.org/drawingml/2006/main" noGrp="1"/>
          </p:cNvSpPr>
          <p:nvPr/>
        </p:nvSpPr>
        <p:spPr>
          <a:xfrm xmlns:a="http://schemas.openxmlformats.org/drawingml/2006/main">
            <a:off x="771525" y="3962400"/>
            <a:ext cx="3733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16D"/>
                </a:solidFill>
                <a:latin typeface="Microsoft YaHei"/>
                <a:ea typeface="Microsoft YaHei"/>
                <a:cs typeface="Microsoft YaHei"/>
              </a:defRPr>
            </a:defPPr>
            <a:lvl1pPr algn="l">
              <a:defRPr sz="1275" b="0">
                <a:solidFill>
                  <a:srgbClr val="52616D"/>
                </a:solidFill>
                <a:latin typeface="Microsoft YaHei"/>
                <a:ea typeface="Microsoft YaHei"/>
                <a:cs typeface="Microsoft YaHei"/>
              </a:defRPr>
            </a:lvl1pPr>
            <a:lvl2pPr algn="l">
              <a:defRPr sz="1275" b="0">
                <a:solidFill>
                  <a:srgbClr val="52616D"/>
                </a:solidFill>
                <a:latin typeface="Microsoft YaHei"/>
                <a:ea typeface="Microsoft YaHei"/>
                <a:cs typeface="Microsoft YaHei"/>
              </a:defRPr>
            </a:lvl2pPr>
            <a:lvl3pPr algn="l">
              <a:defRPr sz="1275" b="0">
                <a:solidFill>
                  <a:srgbClr val="52616D"/>
                </a:solidFill>
                <a:latin typeface="Microsoft YaHei"/>
                <a:ea typeface="Microsoft YaHei"/>
                <a:cs typeface="Microsoft YaHei"/>
              </a:defRPr>
            </a:lvl3pPr>
            <a:lvl4pPr algn="l">
              <a:defRPr sz="1275" b="0">
                <a:solidFill>
                  <a:srgbClr val="52616D"/>
                </a:solidFill>
                <a:latin typeface="Microsoft YaHei"/>
                <a:ea typeface="Microsoft YaHei"/>
                <a:cs typeface="Microsoft YaHei"/>
              </a:defRPr>
            </a:lvl4pPr>
            <a:lvl5pPr algn="l">
              <a:defRPr sz="1275" b="0">
                <a:solidFill>
                  <a:srgbClr val="52616D"/>
                </a:solidFill>
                <a:latin typeface="Microsoft YaHei"/>
                <a:ea typeface="Microsoft YaHei"/>
                <a:cs typeface="Microsoft YaHei"/>
              </a:defRPr>
            </a:lvl5pPr>
            <a:lvl6pPr algn="l">
              <a:defRPr sz="1275" b="0">
                <a:solidFill>
                  <a:srgbClr val="52616D"/>
                </a:solidFill>
                <a:latin typeface="Microsoft YaHei"/>
                <a:ea typeface="Microsoft YaHei"/>
                <a:cs typeface="Microsoft YaHei"/>
              </a:defRPr>
            </a:lvl6pPr>
            <a:lvl7pPr algn="l">
              <a:defRPr sz="1275" b="0">
                <a:solidFill>
                  <a:srgbClr val="52616D"/>
                </a:solidFill>
                <a:latin typeface="Microsoft YaHei"/>
                <a:ea typeface="Microsoft YaHei"/>
                <a:cs typeface="Microsoft YaHei"/>
              </a:defRPr>
            </a:lvl7pPr>
            <a:lvl8pPr algn="l">
              <a:defRPr sz="1275" b="0">
                <a:solidFill>
                  <a:srgbClr val="52616D"/>
                </a:solidFill>
                <a:latin typeface="Microsoft YaHei"/>
                <a:ea typeface="Microsoft YaHei"/>
                <a:cs typeface="Microsoft YaHei"/>
              </a:defRPr>
            </a:lvl8pPr>
            <a:lvl9pPr algn="l">
              <a:defRPr sz="1275" b="0">
                <a:solidFill>
                  <a:srgbClr val="52616D"/>
                </a:solidFill>
                <a:latin typeface="Microsoft YaHei"/>
                <a:ea typeface="Microsoft YaHei"/>
                <a:cs typeface="Microsoft YaHei"/>
              </a:defRPr>
            </a:lvl9pPr>
          </a:lstStyle>
          <a:p xmlns:a="http://schemas.openxmlformats.org/drawingml/2006/main">
            <a:pPr algn="l">
              <a:defRPr sz="1275" b="0">
                <a:solidFill>
                  <a:srgbClr val="52616D"/>
                </a:solidFill>
                <a:latin typeface="Microsoft YaHei"/>
                <a:ea typeface="Microsoft YaHei"/>
                <a:cs typeface="Microsoft YaHei"/>
              </a:defRPr>
            </a:pPr>
            <a:r>
              <a:rPr sz="1275" b="0">
                <a:solidFill>
                  <a:srgbClr val="52616D"/>
                </a:solidFill>
                <a:latin typeface="Microsoft YaHei"/>
                <a:ea typeface="Microsoft YaHei"/>
                <a:cs typeface="Microsoft YaHei"/>
              </a:rPr>
              <a:t>Right buffer 超过平台上限</a:t>
            </a:r>
          </a:p>
          <a:p xmlns:a="http://schemas.openxmlformats.org/drawingml/2006/main">
            <a:pPr algn="l">
              <a:defRPr sz="1275" b="0">
                <a:solidFill>
                  <a:srgbClr val="52616D"/>
                </a:solidFill>
                <a:latin typeface="Microsoft YaHei"/>
                <a:ea typeface="Microsoft YaHei"/>
                <a:cs typeface="Microsoft YaHei"/>
              </a:defRPr>
            </a:pPr>
            <a:r>
              <a:rPr sz="1275" b="0">
                <a:solidFill>
                  <a:srgbClr val="52616D"/>
                </a:solidFill>
                <a:latin typeface="Microsoft YaHei"/>
                <a:ea typeface="Microsoft YaHei"/>
                <a:cs typeface="Microsoft YaHei"/>
              </a:rPr>
              <a:t>AllocateMemoryAddr · 源码行 390:20</a:t>
            </a:r>
          </a:p>
        </p:txBody>
      </p:sp>
      <p:sp>
        <p:nvSpPr>
          <p:cNvPr id="12" name="inference-title">
            <a:extLst xmlns:a="http://schemas.openxmlformats.org/drawingml/2006/main">
              <a:ext uri="{FF2B5EF4-FFF2-40B4-BE49-F238E27FC236}">
                <a16:creationId xmlns:a16="http://schemas.microsoft.com/office/drawing/2014/main" id="{F57293FC-5F8E-477F-B2D1-EB14A8C78CFF}"/>
              </a:ext>
            </a:extLst>
          </p:cNvPr>
          <p:cNvSpPr>
            <a:spLocks xmlns:a="http://schemas.openxmlformats.org/drawingml/2006/main" noGrp="1"/>
          </p:cNvSpPr>
          <p:nvPr/>
        </p:nvSpPr>
        <p:spPr>
          <a:xfrm xmlns:a="http://schemas.openxmlformats.org/drawingml/2006/main">
            <a:off x="5067300" y="1571625"/>
            <a:ext cx="651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2B"/>
                </a:solidFill>
                <a:latin typeface="Microsoft YaHei"/>
                <a:ea typeface="Microsoft YaHei"/>
                <a:cs typeface="Microsoft YaHei"/>
              </a:defRPr>
            </a:defPPr>
            <a:lvl1pPr algn="l">
              <a:defRPr sz="1650" b="1">
                <a:solidFill>
                  <a:srgbClr val="17212B"/>
                </a:solidFill>
                <a:latin typeface="Microsoft YaHei"/>
                <a:ea typeface="Microsoft YaHei"/>
                <a:cs typeface="Microsoft YaHei"/>
              </a:defRPr>
            </a:lvl1pPr>
            <a:lvl2pPr algn="l">
              <a:defRPr sz="1650" b="1">
                <a:solidFill>
                  <a:srgbClr val="17212B"/>
                </a:solidFill>
                <a:latin typeface="Microsoft YaHei"/>
                <a:ea typeface="Microsoft YaHei"/>
                <a:cs typeface="Microsoft YaHei"/>
              </a:defRPr>
            </a:lvl2pPr>
            <a:lvl3pPr algn="l">
              <a:defRPr sz="1650" b="1">
                <a:solidFill>
                  <a:srgbClr val="17212B"/>
                </a:solidFill>
                <a:latin typeface="Microsoft YaHei"/>
                <a:ea typeface="Microsoft YaHei"/>
                <a:cs typeface="Microsoft YaHei"/>
              </a:defRPr>
            </a:lvl3pPr>
            <a:lvl4pPr algn="l">
              <a:defRPr sz="1650" b="1">
                <a:solidFill>
                  <a:srgbClr val="17212B"/>
                </a:solidFill>
                <a:latin typeface="Microsoft YaHei"/>
                <a:ea typeface="Microsoft YaHei"/>
                <a:cs typeface="Microsoft YaHei"/>
              </a:defRPr>
            </a:lvl4pPr>
            <a:lvl5pPr algn="l">
              <a:defRPr sz="1650" b="1">
                <a:solidFill>
                  <a:srgbClr val="17212B"/>
                </a:solidFill>
                <a:latin typeface="Microsoft YaHei"/>
                <a:ea typeface="Microsoft YaHei"/>
                <a:cs typeface="Microsoft YaHei"/>
              </a:defRPr>
            </a:lvl5pPr>
            <a:lvl6pPr algn="l">
              <a:defRPr sz="1650" b="1">
                <a:solidFill>
                  <a:srgbClr val="17212B"/>
                </a:solidFill>
                <a:latin typeface="Microsoft YaHei"/>
                <a:ea typeface="Microsoft YaHei"/>
                <a:cs typeface="Microsoft YaHei"/>
              </a:defRPr>
            </a:lvl6pPr>
            <a:lvl7pPr algn="l">
              <a:defRPr sz="1650" b="1">
                <a:solidFill>
                  <a:srgbClr val="17212B"/>
                </a:solidFill>
                <a:latin typeface="Microsoft YaHei"/>
                <a:ea typeface="Microsoft YaHei"/>
                <a:cs typeface="Microsoft YaHei"/>
              </a:defRPr>
            </a:lvl7pPr>
            <a:lvl8pPr algn="l">
              <a:defRPr sz="1650" b="1">
                <a:solidFill>
                  <a:srgbClr val="17212B"/>
                </a:solidFill>
                <a:latin typeface="Microsoft YaHei"/>
                <a:ea typeface="Microsoft YaHei"/>
                <a:cs typeface="Microsoft YaHei"/>
              </a:defRPr>
            </a:lvl8pPr>
            <a:lvl9pPr algn="l">
              <a:defRPr sz="1650" b="1">
                <a:solidFill>
                  <a:srgbClr val="17212B"/>
                </a:solidFill>
                <a:latin typeface="Microsoft YaHei"/>
                <a:ea typeface="Microsoft YaHei"/>
                <a:cs typeface="Microsoft YaHei"/>
              </a:defRPr>
            </a:lvl9pPr>
          </a:lstStyle>
          <a:p xmlns:a="http://schemas.openxmlformats.org/drawingml/2006/main">
            <a:pPr algn="l">
              <a:defRPr sz="1650" b="1">
                <a:solidFill>
                  <a:srgbClr val="17212B"/>
                </a:solidFill>
                <a:latin typeface="Microsoft YaHei"/>
                <a:ea typeface="Microsoft YaHei"/>
                <a:cs typeface="Microsoft YaHei"/>
              </a:defRPr>
            </a:pPr>
            <a:r>
              <a:rPr sz="1650" b="1">
                <a:solidFill>
                  <a:srgbClr val="17212B"/>
                </a:solidFill>
                <a:latin typeface="Microsoft YaHei"/>
                <a:ea typeface="Microsoft YaHei"/>
                <a:cs typeface="Microsoft YaHei"/>
              </a:rPr>
              <a:t>用户还得自己补齐的推理</a:t>
            </a:r>
          </a:p>
        </p:txBody>
      </p:sp>
      <p:sp>
        <p:nvSpPr>
          <p:cNvPr id="13" name="inference-num-0">
            <a:extLst xmlns:a="http://schemas.openxmlformats.org/drawingml/2006/main">
              <a:ext uri="{FF2B5EF4-FFF2-40B4-BE49-F238E27FC236}">
                <a16:creationId xmlns:a16="http://schemas.microsoft.com/office/drawing/2014/main" id="{FFA9F452-0702-414F-8516-CFA1B2DD5EB5}"/>
              </a:ext>
            </a:extLst>
          </p:cNvPr>
          <p:cNvSpPr>
            <a:spLocks xmlns:a="http://schemas.openxmlformats.org/drawingml/2006/main" noGrp="1"/>
          </p:cNvSpPr>
          <p:nvPr/>
        </p:nvSpPr>
        <p:spPr>
          <a:xfrm xmlns:a="http://schemas.openxmlformats.org/drawingml/2006/main">
            <a:off x="5067300" y="200977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47D7A"/>
                </a:solidFill>
                <a:latin typeface="Microsoft YaHei"/>
                <a:ea typeface="Microsoft YaHei"/>
                <a:cs typeface="Microsoft YaHei"/>
              </a:defRPr>
            </a:defPPr>
            <a:lvl1pPr algn="l">
              <a:defRPr sz="1125" b="1">
                <a:solidFill>
                  <a:srgbClr val="147D7A"/>
                </a:solidFill>
                <a:latin typeface="Microsoft YaHei"/>
                <a:ea typeface="Microsoft YaHei"/>
                <a:cs typeface="Microsoft YaHei"/>
              </a:defRPr>
            </a:lvl1pPr>
            <a:lvl2pPr algn="l">
              <a:defRPr sz="1125" b="1">
                <a:solidFill>
                  <a:srgbClr val="147D7A"/>
                </a:solidFill>
                <a:latin typeface="Microsoft YaHei"/>
                <a:ea typeface="Microsoft YaHei"/>
                <a:cs typeface="Microsoft YaHei"/>
              </a:defRPr>
            </a:lvl2pPr>
            <a:lvl3pPr algn="l">
              <a:defRPr sz="1125" b="1">
                <a:solidFill>
                  <a:srgbClr val="147D7A"/>
                </a:solidFill>
                <a:latin typeface="Microsoft YaHei"/>
                <a:ea typeface="Microsoft YaHei"/>
                <a:cs typeface="Microsoft YaHei"/>
              </a:defRPr>
            </a:lvl3pPr>
            <a:lvl4pPr algn="l">
              <a:defRPr sz="1125" b="1">
                <a:solidFill>
                  <a:srgbClr val="147D7A"/>
                </a:solidFill>
                <a:latin typeface="Microsoft YaHei"/>
                <a:ea typeface="Microsoft YaHei"/>
                <a:cs typeface="Microsoft YaHei"/>
              </a:defRPr>
            </a:lvl4pPr>
            <a:lvl5pPr algn="l">
              <a:defRPr sz="1125" b="1">
                <a:solidFill>
                  <a:srgbClr val="147D7A"/>
                </a:solidFill>
                <a:latin typeface="Microsoft YaHei"/>
                <a:ea typeface="Microsoft YaHei"/>
                <a:cs typeface="Microsoft YaHei"/>
              </a:defRPr>
            </a:lvl5pPr>
            <a:lvl6pPr algn="l">
              <a:defRPr sz="1125" b="1">
                <a:solidFill>
                  <a:srgbClr val="147D7A"/>
                </a:solidFill>
                <a:latin typeface="Microsoft YaHei"/>
                <a:ea typeface="Microsoft YaHei"/>
                <a:cs typeface="Microsoft YaHei"/>
              </a:defRPr>
            </a:lvl6pPr>
            <a:lvl7pPr algn="l">
              <a:defRPr sz="1125" b="1">
                <a:solidFill>
                  <a:srgbClr val="147D7A"/>
                </a:solidFill>
                <a:latin typeface="Microsoft YaHei"/>
                <a:ea typeface="Microsoft YaHei"/>
                <a:cs typeface="Microsoft YaHei"/>
              </a:defRPr>
            </a:lvl7pPr>
            <a:lvl8pPr algn="l">
              <a:defRPr sz="1125" b="1">
                <a:solidFill>
                  <a:srgbClr val="147D7A"/>
                </a:solidFill>
                <a:latin typeface="Microsoft YaHei"/>
                <a:ea typeface="Microsoft YaHei"/>
                <a:cs typeface="Microsoft YaHei"/>
              </a:defRPr>
            </a:lvl8pPr>
            <a:lvl9pPr algn="l">
              <a:defRPr sz="1125" b="1">
                <a:solidFill>
                  <a:srgbClr val="147D7A"/>
                </a:solidFill>
                <a:latin typeface="Microsoft YaHei"/>
                <a:ea typeface="Microsoft YaHei"/>
                <a:cs typeface="Microsoft YaHei"/>
              </a:defRPr>
            </a:lvl9pPr>
          </a:lstStyle>
          <a:p xmlns:a="http://schemas.openxmlformats.org/drawingml/2006/main">
            <a:pPr algn="l">
              <a:defRPr sz="1125" b="1">
                <a:solidFill>
                  <a:srgbClr val="147D7A"/>
                </a:solidFill>
                <a:latin typeface="Microsoft YaHei"/>
                <a:ea typeface="Microsoft YaHei"/>
                <a:cs typeface="Microsoft YaHei"/>
              </a:defRPr>
            </a:pPr>
            <a:r>
              <a:rPr sz="1125" b="1">
                <a:solidFill>
                  <a:srgbClr val="147D7A"/>
                </a:solidFill>
                <a:latin typeface="Microsoft YaHei"/>
                <a:ea typeface="Microsoft YaHei"/>
                <a:cs typeface="Microsoft YaHei"/>
              </a:rPr>
              <a:t>01</a:t>
            </a:r>
          </a:p>
        </p:txBody>
      </p:sp>
      <p:sp>
        <p:nvSpPr>
          <p:cNvPr id="14" name="inference-text-0">
            <a:extLst xmlns:a="http://schemas.openxmlformats.org/drawingml/2006/main">
              <a:ext uri="{FF2B5EF4-FFF2-40B4-BE49-F238E27FC236}">
                <a16:creationId xmlns:a16="http://schemas.microsoft.com/office/drawing/2014/main" id="{71E68E88-0A80-4870-A242-B0F26B0BC855}"/>
              </a:ext>
            </a:extLst>
          </p:cNvPr>
          <p:cNvSpPr>
            <a:spLocks xmlns:a="http://schemas.openxmlformats.org/drawingml/2006/main" noGrp="1"/>
          </p:cNvSpPr>
          <p:nvPr/>
        </p:nvSpPr>
        <p:spPr>
          <a:xfrm xmlns:a="http://schemas.openxmlformats.org/drawingml/2006/main">
            <a:off x="5495925" y="2000250"/>
            <a:ext cx="6057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7212B"/>
                </a:solidFill>
                <a:latin typeface="Microsoft YaHei"/>
                <a:ea typeface="Microsoft YaHei"/>
                <a:cs typeface="Microsoft YaHei"/>
              </a:defRPr>
            </a:defPPr>
            <a:lvl1pPr algn="l">
              <a:defRPr sz="1500" b="0">
                <a:solidFill>
                  <a:srgbClr val="17212B"/>
                </a:solidFill>
                <a:latin typeface="Microsoft YaHei"/>
                <a:ea typeface="Microsoft YaHei"/>
                <a:cs typeface="Microsoft YaHei"/>
              </a:defRPr>
            </a:lvl1pPr>
            <a:lvl2pPr algn="l">
              <a:defRPr sz="1500" b="0">
                <a:solidFill>
                  <a:srgbClr val="17212B"/>
                </a:solidFill>
                <a:latin typeface="Microsoft YaHei"/>
                <a:ea typeface="Microsoft YaHei"/>
                <a:cs typeface="Microsoft YaHei"/>
              </a:defRPr>
            </a:lvl2pPr>
            <a:lvl3pPr algn="l">
              <a:defRPr sz="1500" b="0">
                <a:solidFill>
                  <a:srgbClr val="17212B"/>
                </a:solidFill>
                <a:latin typeface="Microsoft YaHei"/>
                <a:ea typeface="Microsoft YaHei"/>
                <a:cs typeface="Microsoft YaHei"/>
              </a:defRPr>
            </a:lvl3pPr>
            <a:lvl4pPr algn="l">
              <a:defRPr sz="1500" b="0">
                <a:solidFill>
                  <a:srgbClr val="17212B"/>
                </a:solidFill>
                <a:latin typeface="Microsoft YaHei"/>
                <a:ea typeface="Microsoft YaHei"/>
                <a:cs typeface="Microsoft YaHei"/>
              </a:defRPr>
            </a:lvl4pPr>
            <a:lvl5pPr algn="l">
              <a:defRPr sz="1500" b="0">
                <a:solidFill>
                  <a:srgbClr val="17212B"/>
                </a:solidFill>
                <a:latin typeface="Microsoft YaHei"/>
                <a:ea typeface="Microsoft YaHei"/>
                <a:cs typeface="Microsoft YaHei"/>
              </a:defRPr>
            </a:lvl5pPr>
            <a:lvl6pPr algn="l">
              <a:defRPr sz="1500" b="0">
                <a:solidFill>
                  <a:srgbClr val="17212B"/>
                </a:solidFill>
                <a:latin typeface="Microsoft YaHei"/>
                <a:ea typeface="Microsoft YaHei"/>
                <a:cs typeface="Microsoft YaHei"/>
              </a:defRPr>
            </a:lvl6pPr>
            <a:lvl7pPr algn="l">
              <a:defRPr sz="1500" b="0">
                <a:solidFill>
                  <a:srgbClr val="17212B"/>
                </a:solidFill>
                <a:latin typeface="Microsoft YaHei"/>
                <a:ea typeface="Microsoft YaHei"/>
                <a:cs typeface="Microsoft YaHei"/>
              </a:defRPr>
            </a:lvl7pPr>
            <a:lvl8pPr algn="l">
              <a:defRPr sz="1500" b="0">
                <a:solidFill>
                  <a:srgbClr val="17212B"/>
                </a:solidFill>
                <a:latin typeface="Microsoft YaHei"/>
                <a:ea typeface="Microsoft YaHei"/>
                <a:cs typeface="Microsoft YaHei"/>
              </a:defRPr>
            </a:lvl8pPr>
            <a:lvl9pPr algn="l">
              <a:defRPr sz="1500" b="0">
                <a:solidFill>
                  <a:srgbClr val="17212B"/>
                </a:solidFill>
                <a:latin typeface="Microsoft YaHei"/>
                <a:ea typeface="Microsoft YaHei"/>
                <a:cs typeface="Microsoft YaHei"/>
              </a:defRPr>
            </a:lvl9pPr>
          </a:lstStyle>
          <a:p xmlns:a="http://schemas.openxmlformats.org/drawingml/2006/main">
            <a:pPr algn="l">
              <a:defRPr sz="1500" b="0">
                <a:solidFill>
                  <a:srgbClr val="17212B"/>
                </a:solidFill>
                <a:latin typeface="Microsoft YaHei"/>
                <a:ea typeface="Microsoft YaHei"/>
                <a:cs typeface="Microsoft YaHei"/>
              </a:defRPr>
            </a:pPr>
            <a:r>
              <a:rPr sz="1500" b="0">
                <a:solidFill>
                  <a:srgbClr val="17212B"/>
                </a:solidFill>
                <a:latin typeface="Microsoft YaHei"/>
                <a:ea typeface="Microsoft YaHei"/>
                <a:cs typeface="Microsoft YaHei"/>
              </a:rPr>
              <a:t>参数变大 4 倍 → 原 tile 覆盖的 rank 数据变多</a:t>
            </a:r>
          </a:p>
        </p:txBody>
      </p:sp>
      <p:sp>
        <p:nvSpPr>
          <p:cNvPr id="15" name="inference-num-1">
            <a:extLst xmlns:a="http://schemas.openxmlformats.org/drawingml/2006/main">
              <a:ext uri="{FF2B5EF4-FFF2-40B4-BE49-F238E27FC236}">
                <a16:creationId xmlns:a16="http://schemas.microsoft.com/office/drawing/2014/main" id="{59D60451-ACE7-482B-8958-43733191AE0F}"/>
              </a:ext>
            </a:extLst>
          </p:cNvPr>
          <p:cNvSpPr>
            <a:spLocks xmlns:a="http://schemas.openxmlformats.org/drawingml/2006/main" noGrp="1"/>
          </p:cNvSpPr>
          <p:nvPr/>
        </p:nvSpPr>
        <p:spPr>
          <a:xfrm xmlns:a="http://schemas.openxmlformats.org/drawingml/2006/main">
            <a:off x="5067300" y="262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47D7A"/>
                </a:solidFill>
                <a:latin typeface="Microsoft YaHei"/>
                <a:ea typeface="Microsoft YaHei"/>
                <a:cs typeface="Microsoft YaHei"/>
              </a:defRPr>
            </a:defPPr>
            <a:lvl1pPr algn="l">
              <a:defRPr sz="1125" b="1">
                <a:solidFill>
                  <a:srgbClr val="147D7A"/>
                </a:solidFill>
                <a:latin typeface="Microsoft YaHei"/>
                <a:ea typeface="Microsoft YaHei"/>
                <a:cs typeface="Microsoft YaHei"/>
              </a:defRPr>
            </a:lvl1pPr>
            <a:lvl2pPr algn="l">
              <a:defRPr sz="1125" b="1">
                <a:solidFill>
                  <a:srgbClr val="147D7A"/>
                </a:solidFill>
                <a:latin typeface="Microsoft YaHei"/>
                <a:ea typeface="Microsoft YaHei"/>
                <a:cs typeface="Microsoft YaHei"/>
              </a:defRPr>
            </a:lvl2pPr>
            <a:lvl3pPr algn="l">
              <a:defRPr sz="1125" b="1">
                <a:solidFill>
                  <a:srgbClr val="147D7A"/>
                </a:solidFill>
                <a:latin typeface="Microsoft YaHei"/>
                <a:ea typeface="Microsoft YaHei"/>
                <a:cs typeface="Microsoft YaHei"/>
              </a:defRPr>
            </a:lvl3pPr>
            <a:lvl4pPr algn="l">
              <a:defRPr sz="1125" b="1">
                <a:solidFill>
                  <a:srgbClr val="147D7A"/>
                </a:solidFill>
                <a:latin typeface="Microsoft YaHei"/>
                <a:ea typeface="Microsoft YaHei"/>
                <a:cs typeface="Microsoft YaHei"/>
              </a:defRPr>
            </a:lvl4pPr>
            <a:lvl5pPr algn="l">
              <a:defRPr sz="1125" b="1">
                <a:solidFill>
                  <a:srgbClr val="147D7A"/>
                </a:solidFill>
                <a:latin typeface="Microsoft YaHei"/>
                <a:ea typeface="Microsoft YaHei"/>
                <a:cs typeface="Microsoft YaHei"/>
              </a:defRPr>
            </a:lvl5pPr>
            <a:lvl6pPr algn="l">
              <a:defRPr sz="1125" b="1">
                <a:solidFill>
                  <a:srgbClr val="147D7A"/>
                </a:solidFill>
                <a:latin typeface="Microsoft YaHei"/>
                <a:ea typeface="Microsoft YaHei"/>
                <a:cs typeface="Microsoft YaHei"/>
              </a:defRPr>
            </a:lvl6pPr>
            <a:lvl7pPr algn="l">
              <a:defRPr sz="1125" b="1">
                <a:solidFill>
                  <a:srgbClr val="147D7A"/>
                </a:solidFill>
                <a:latin typeface="Microsoft YaHei"/>
                <a:ea typeface="Microsoft YaHei"/>
                <a:cs typeface="Microsoft YaHei"/>
              </a:defRPr>
            </a:lvl7pPr>
            <a:lvl8pPr algn="l">
              <a:defRPr sz="1125" b="1">
                <a:solidFill>
                  <a:srgbClr val="147D7A"/>
                </a:solidFill>
                <a:latin typeface="Microsoft YaHei"/>
                <a:ea typeface="Microsoft YaHei"/>
                <a:cs typeface="Microsoft YaHei"/>
              </a:defRPr>
            </a:lvl8pPr>
            <a:lvl9pPr algn="l">
              <a:defRPr sz="1125" b="1">
                <a:solidFill>
                  <a:srgbClr val="147D7A"/>
                </a:solidFill>
                <a:latin typeface="Microsoft YaHei"/>
                <a:ea typeface="Microsoft YaHei"/>
                <a:cs typeface="Microsoft YaHei"/>
              </a:defRPr>
            </a:lvl9pPr>
          </a:lstStyle>
          <a:p xmlns:a="http://schemas.openxmlformats.org/drawingml/2006/main">
            <a:pPr algn="l">
              <a:defRPr sz="1125" b="1">
                <a:solidFill>
                  <a:srgbClr val="147D7A"/>
                </a:solidFill>
                <a:latin typeface="Microsoft YaHei"/>
                <a:ea typeface="Microsoft YaHei"/>
                <a:cs typeface="Microsoft YaHei"/>
              </a:defRPr>
            </a:pPr>
            <a:r>
              <a:rPr sz="1125" b="1">
                <a:solidFill>
                  <a:srgbClr val="147D7A"/>
                </a:solidFill>
                <a:latin typeface="Microsoft YaHei"/>
                <a:ea typeface="Microsoft YaHei"/>
                <a:cs typeface="Microsoft YaHei"/>
              </a:rPr>
              <a:t>02</a:t>
            </a:r>
          </a:p>
        </p:txBody>
      </p:sp>
      <p:sp>
        <p:nvSpPr>
          <p:cNvPr id="16" name="inference-text-1">
            <a:extLst xmlns:a="http://schemas.openxmlformats.org/drawingml/2006/main">
              <a:ext uri="{FF2B5EF4-FFF2-40B4-BE49-F238E27FC236}">
                <a16:creationId xmlns:a16="http://schemas.microsoft.com/office/drawing/2014/main" id="{F081BC99-15BD-4E1D-BA4C-16F45F44739D}"/>
              </a:ext>
            </a:extLst>
          </p:cNvPr>
          <p:cNvSpPr>
            <a:spLocks xmlns:a="http://schemas.openxmlformats.org/drawingml/2006/main" noGrp="1"/>
          </p:cNvSpPr>
          <p:nvPr/>
        </p:nvSpPr>
        <p:spPr>
          <a:xfrm xmlns:a="http://schemas.openxmlformats.org/drawingml/2006/main">
            <a:off x="5495925" y="2619375"/>
            <a:ext cx="6057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7212B"/>
                </a:solidFill>
                <a:latin typeface="Microsoft YaHei"/>
                <a:ea typeface="Microsoft YaHei"/>
                <a:cs typeface="Microsoft YaHei"/>
              </a:defRPr>
            </a:defPPr>
            <a:lvl1pPr algn="l">
              <a:defRPr sz="1500" b="0">
                <a:solidFill>
                  <a:srgbClr val="17212B"/>
                </a:solidFill>
                <a:latin typeface="Microsoft YaHei"/>
                <a:ea typeface="Microsoft YaHei"/>
                <a:cs typeface="Microsoft YaHei"/>
              </a:defRPr>
            </a:lvl1pPr>
            <a:lvl2pPr algn="l">
              <a:defRPr sz="1500" b="0">
                <a:solidFill>
                  <a:srgbClr val="17212B"/>
                </a:solidFill>
                <a:latin typeface="Microsoft YaHei"/>
                <a:ea typeface="Microsoft YaHei"/>
                <a:cs typeface="Microsoft YaHei"/>
              </a:defRPr>
            </a:lvl2pPr>
            <a:lvl3pPr algn="l">
              <a:defRPr sz="1500" b="0">
                <a:solidFill>
                  <a:srgbClr val="17212B"/>
                </a:solidFill>
                <a:latin typeface="Microsoft YaHei"/>
                <a:ea typeface="Microsoft YaHei"/>
                <a:cs typeface="Microsoft YaHei"/>
              </a:defRPr>
            </a:lvl3pPr>
            <a:lvl4pPr algn="l">
              <a:defRPr sz="1500" b="0">
                <a:solidFill>
                  <a:srgbClr val="17212B"/>
                </a:solidFill>
                <a:latin typeface="Microsoft YaHei"/>
                <a:ea typeface="Microsoft YaHei"/>
                <a:cs typeface="Microsoft YaHei"/>
              </a:defRPr>
            </a:lvl4pPr>
            <a:lvl5pPr algn="l">
              <a:defRPr sz="1500" b="0">
                <a:solidFill>
                  <a:srgbClr val="17212B"/>
                </a:solidFill>
                <a:latin typeface="Microsoft YaHei"/>
                <a:ea typeface="Microsoft YaHei"/>
                <a:cs typeface="Microsoft YaHei"/>
              </a:defRPr>
            </a:lvl5pPr>
            <a:lvl6pPr algn="l">
              <a:defRPr sz="1500" b="0">
                <a:solidFill>
                  <a:srgbClr val="17212B"/>
                </a:solidFill>
                <a:latin typeface="Microsoft YaHei"/>
                <a:ea typeface="Microsoft YaHei"/>
                <a:cs typeface="Microsoft YaHei"/>
              </a:defRPr>
            </a:lvl6pPr>
            <a:lvl7pPr algn="l">
              <a:defRPr sz="1500" b="0">
                <a:solidFill>
                  <a:srgbClr val="17212B"/>
                </a:solidFill>
                <a:latin typeface="Microsoft YaHei"/>
                <a:ea typeface="Microsoft YaHei"/>
                <a:cs typeface="Microsoft YaHei"/>
              </a:defRPr>
            </a:lvl7pPr>
            <a:lvl8pPr algn="l">
              <a:defRPr sz="1500" b="0">
                <a:solidFill>
                  <a:srgbClr val="17212B"/>
                </a:solidFill>
                <a:latin typeface="Microsoft YaHei"/>
                <a:ea typeface="Microsoft YaHei"/>
                <a:cs typeface="Microsoft YaHei"/>
              </a:defRPr>
            </a:lvl8pPr>
            <a:lvl9pPr algn="l">
              <a:defRPr sz="1500" b="0">
                <a:solidFill>
                  <a:srgbClr val="17212B"/>
                </a:solidFill>
                <a:latin typeface="Microsoft YaHei"/>
                <a:ea typeface="Microsoft YaHei"/>
                <a:cs typeface="Microsoft YaHei"/>
              </a:defRPr>
            </a:lvl9pPr>
          </a:lstStyle>
          <a:p xmlns:a="http://schemas.openxmlformats.org/drawingml/2006/main">
            <a:pPr algn="l">
              <a:defRPr sz="1500" b="0">
                <a:solidFill>
                  <a:srgbClr val="17212B"/>
                </a:solidFill>
                <a:latin typeface="Microsoft YaHei"/>
                <a:ea typeface="Microsoft YaHei"/>
                <a:cs typeface="Microsoft YaHei"/>
              </a:defRPr>
            </a:pPr>
            <a:r>
              <a:rPr sz="1500" b="0">
                <a:solidFill>
                  <a:srgbClr val="17212B"/>
                </a:solidFill>
                <a:latin typeface="Microsoft YaHei"/>
                <a:ea typeface="Microsoft YaHei"/>
                <a:cs typeface="Microsoft YaHei"/>
              </a:rPr>
              <a:t>Right buffer 超限 → 当前 tile 不适配目标片上容量</a:t>
            </a:r>
          </a:p>
        </p:txBody>
      </p:sp>
      <p:sp>
        <p:nvSpPr>
          <p:cNvPr id="17" name="inference-num-2">
            <a:extLst xmlns:a="http://schemas.openxmlformats.org/drawingml/2006/main">
              <a:ext uri="{FF2B5EF4-FFF2-40B4-BE49-F238E27FC236}">
                <a16:creationId xmlns:a16="http://schemas.microsoft.com/office/drawing/2014/main" id="{19BB4DBD-802C-4E41-AADE-2D7A39631BDB}"/>
              </a:ext>
            </a:extLst>
          </p:cNvPr>
          <p:cNvSpPr>
            <a:spLocks xmlns:a="http://schemas.openxmlformats.org/drawingml/2006/main" noGrp="1"/>
          </p:cNvSpPr>
          <p:nvPr/>
        </p:nvSpPr>
        <p:spPr>
          <a:xfrm xmlns:a="http://schemas.openxmlformats.org/drawingml/2006/main">
            <a:off x="506730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47D7A"/>
                </a:solidFill>
                <a:latin typeface="Microsoft YaHei"/>
                <a:ea typeface="Microsoft YaHei"/>
                <a:cs typeface="Microsoft YaHei"/>
              </a:defRPr>
            </a:defPPr>
            <a:lvl1pPr algn="l">
              <a:defRPr sz="1125" b="1">
                <a:solidFill>
                  <a:srgbClr val="147D7A"/>
                </a:solidFill>
                <a:latin typeface="Microsoft YaHei"/>
                <a:ea typeface="Microsoft YaHei"/>
                <a:cs typeface="Microsoft YaHei"/>
              </a:defRPr>
            </a:lvl1pPr>
            <a:lvl2pPr algn="l">
              <a:defRPr sz="1125" b="1">
                <a:solidFill>
                  <a:srgbClr val="147D7A"/>
                </a:solidFill>
                <a:latin typeface="Microsoft YaHei"/>
                <a:ea typeface="Microsoft YaHei"/>
                <a:cs typeface="Microsoft YaHei"/>
              </a:defRPr>
            </a:lvl2pPr>
            <a:lvl3pPr algn="l">
              <a:defRPr sz="1125" b="1">
                <a:solidFill>
                  <a:srgbClr val="147D7A"/>
                </a:solidFill>
                <a:latin typeface="Microsoft YaHei"/>
                <a:ea typeface="Microsoft YaHei"/>
                <a:cs typeface="Microsoft YaHei"/>
              </a:defRPr>
            </a:lvl3pPr>
            <a:lvl4pPr algn="l">
              <a:defRPr sz="1125" b="1">
                <a:solidFill>
                  <a:srgbClr val="147D7A"/>
                </a:solidFill>
                <a:latin typeface="Microsoft YaHei"/>
                <a:ea typeface="Microsoft YaHei"/>
                <a:cs typeface="Microsoft YaHei"/>
              </a:defRPr>
            </a:lvl4pPr>
            <a:lvl5pPr algn="l">
              <a:defRPr sz="1125" b="1">
                <a:solidFill>
                  <a:srgbClr val="147D7A"/>
                </a:solidFill>
                <a:latin typeface="Microsoft YaHei"/>
                <a:ea typeface="Microsoft YaHei"/>
                <a:cs typeface="Microsoft YaHei"/>
              </a:defRPr>
            </a:lvl5pPr>
            <a:lvl6pPr algn="l">
              <a:defRPr sz="1125" b="1">
                <a:solidFill>
                  <a:srgbClr val="147D7A"/>
                </a:solidFill>
                <a:latin typeface="Microsoft YaHei"/>
                <a:ea typeface="Microsoft YaHei"/>
                <a:cs typeface="Microsoft YaHei"/>
              </a:defRPr>
            </a:lvl6pPr>
            <a:lvl7pPr algn="l">
              <a:defRPr sz="1125" b="1">
                <a:solidFill>
                  <a:srgbClr val="147D7A"/>
                </a:solidFill>
                <a:latin typeface="Microsoft YaHei"/>
                <a:ea typeface="Microsoft YaHei"/>
                <a:cs typeface="Microsoft YaHei"/>
              </a:defRPr>
            </a:lvl7pPr>
            <a:lvl8pPr algn="l">
              <a:defRPr sz="1125" b="1">
                <a:solidFill>
                  <a:srgbClr val="147D7A"/>
                </a:solidFill>
                <a:latin typeface="Microsoft YaHei"/>
                <a:ea typeface="Microsoft YaHei"/>
                <a:cs typeface="Microsoft YaHei"/>
              </a:defRPr>
            </a:lvl8pPr>
            <a:lvl9pPr algn="l">
              <a:defRPr sz="1125" b="1">
                <a:solidFill>
                  <a:srgbClr val="147D7A"/>
                </a:solidFill>
                <a:latin typeface="Microsoft YaHei"/>
                <a:ea typeface="Microsoft YaHei"/>
                <a:cs typeface="Microsoft YaHei"/>
              </a:defRPr>
            </a:lvl9pPr>
          </a:lstStyle>
          <a:p xmlns:a="http://schemas.openxmlformats.org/drawingml/2006/main">
            <a:pPr algn="l">
              <a:defRPr sz="1125" b="1">
                <a:solidFill>
                  <a:srgbClr val="147D7A"/>
                </a:solidFill>
                <a:latin typeface="Microsoft YaHei"/>
                <a:ea typeface="Microsoft YaHei"/>
                <a:cs typeface="Microsoft YaHei"/>
              </a:defRPr>
            </a:pPr>
            <a:r>
              <a:rPr sz="1125" b="1">
                <a:solidFill>
                  <a:srgbClr val="147D7A"/>
                </a:solidFill>
                <a:latin typeface="Microsoft YaHei"/>
                <a:ea typeface="Microsoft YaHei"/>
                <a:cs typeface="Microsoft YaHei"/>
              </a:rPr>
              <a:t>03</a:t>
            </a:r>
          </a:p>
        </p:txBody>
      </p:sp>
      <p:sp>
        <p:nvSpPr>
          <p:cNvPr id="18" name="inference-text-2">
            <a:extLst xmlns:a="http://schemas.openxmlformats.org/drawingml/2006/main">
              <a:ext uri="{FF2B5EF4-FFF2-40B4-BE49-F238E27FC236}">
                <a16:creationId xmlns:a16="http://schemas.microsoft.com/office/drawing/2014/main" id="{A9FFC149-2827-4542-A0F6-4ACA02638A5B}"/>
              </a:ext>
            </a:extLst>
          </p:cNvPr>
          <p:cNvSpPr>
            <a:spLocks xmlns:a="http://schemas.openxmlformats.org/drawingml/2006/main" noGrp="1"/>
          </p:cNvSpPr>
          <p:nvPr/>
        </p:nvSpPr>
        <p:spPr>
          <a:xfrm xmlns:a="http://schemas.openxmlformats.org/drawingml/2006/main">
            <a:off x="5495925" y="3238500"/>
            <a:ext cx="6057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7212B"/>
                </a:solidFill>
                <a:latin typeface="Microsoft YaHei"/>
                <a:ea typeface="Microsoft YaHei"/>
                <a:cs typeface="Microsoft YaHei"/>
              </a:defRPr>
            </a:defPPr>
            <a:lvl1pPr algn="l">
              <a:defRPr sz="1500" b="0">
                <a:solidFill>
                  <a:srgbClr val="17212B"/>
                </a:solidFill>
                <a:latin typeface="Microsoft YaHei"/>
                <a:ea typeface="Microsoft YaHei"/>
                <a:cs typeface="Microsoft YaHei"/>
              </a:defRPr>
            </a:lvl1pPr>
            <a:lvl2pPr algn="l">
              <a:defRPr sz="1500" b="0">
                <a:solidFill>
                  <a:srgbClr val="17212B"/>
                </a:solidFill>
                <a:latin typeface="Microsoft YaHei"/>
                <a:ea typeface="Microsoft YaHei"/>
                <a:cs typeface="Microsoft YaHei"/>
              </a:defRPr>
            </a:lvl2pPr>
            <a:lvl3pPr algn="l">
              <a:defRPr sz="1500" b="0">
                <a:solidFill>
                  <a:srgbClr val="17212B"/>
                </a:solidFill>
                <a:latin typeface="Microsoft YaHei"/>
                <a:ea typeface="Microsoft YaHei"/>
                <a:cs typeface="Microsoft YaHei"/>
              </a:defRPr>
            </a:lvl3pPr>
            <a:lvl4pPr algn="l">
              <a:defRPr sz="1500" b="0">
                <a:solidFill>
                  <a:srgbClr val="17212B"/>
                </a:solidFill>
                <a:latin typeface="Microsoft YaHei"/>
                <a:ea typeface="Microsoft YaHei"/>
                <a:cs typeface="Microsoft YaHei"/>
              </a:defRPr>
            </a:lvl4pPr>
            <a:lvl5pPr algn="l">
              <a:defRPr sz="1500" b="0">
                <a:solidFill>
                  <a:srgbClr val="17212B"/>
                </a:solidFill>
                <a:latin typeface="Microsoft YaHei"/>
                <a:ea typeface="Microsoft YaHei"/>
                <a:cs typeface="Microsoft YaHei"/>
              </a:defRPr>
            </a:lvl5pPr>
            <a:lvl6pPr algn="l">
              <a:defRPr sz="1500" b="0">
                <a:solidFill>
                  <a:srgbClr val="17212B"/>
                </a:solidFill>
                <a:latin typeface="Microsoft YaHei"/>
                <a:ea typeface="Microsoft YaHei"/>
                <a:cs typeface="Microsoft YaHei"/>
              </a:defRPr>
            </a:lvl6pPr>
            <a:lvl7pPr algn="l">
              <a:defRPr sz="1500" b="0">
                <a:solidFill>
                  <a:srgbClr val="17212B"/>
                </a:solidFill>
                <a:latin typeface="Microsoft YaHei"/>
                <a:ea typeface="Microsoft YaHei"/>
                <a:cs typeface="Microsoft YaHei"/>
              </a:defRPr>
            </a:lvl7pPr>
            <a:lvl8pPr algn="l">
              <a:defRPr sz="1500" b="0">
                <a:solidFill>
                  <a:srgbClr val="17212B"/>
                </a:solidFill>
                <a:latin typeface="Microsoft YaHei"/>
                <a:ea typeface="Microsoft YaHei"/>
                <a:cs typeface="Microsoft YaHei"/>
              </a:defRPr>
            </a:lvl8pPr>
            <a:lvl9pPr algn="l">
              <a:defRPr sz="1500" b="0">
                <a:solidFill>
                  <a:srgbClr val="17212B"/>
                </a:solidFill>
                <a:latin typeface="Microsoft YaHei"/>
                <a:ea typeface="Microsoft YaHei"/>
                <a:cs typeface="Microsoft YaHei"/>
              </a:defRPr>
            </a:lvl9pPr>
          </a:lstStyle>
          <a:p xmlns:a="http://schemas.openxmlformats.org/drawingml/2006/main">
            <a:pPr algn="l">
              <a:defRPr sz="1500" b="0">
                <a:solidFill>
                  <a:srgbClr val="17212B"/>
                </a:solidFill>
                <a:latin typeface="Microsoft YaHei"/>
                <a:ea typeface="Microsoft YaHei"/>
                <a:cs typeface="Microsoft YaHei"/>
              </a:defRPr>
            </a:pPr>
            <a:r>
              <a:rPr sz="1500" b="0">
                <a:solidFill>
                  <a:srgbClr val="17212B"/>
                </a:solidFill>
                <a:latin typeface="Microsoft YaHei"/>
                <a:ea typeface="Microsoft YaHei"/>
                <a:cs typeface="Microsoft YaHei"/>
              </a:rPr>
              <a:t>PTO 3.0 需要显式 tiling → 应沿 KV_LORA_RANK 分块</a:t>
            </a:r>
          </a:p>
        </p:txBody>
      </p:sp>
      <p:sp>
        <p:nvSpPr>
          <p:cNvPr id="19" name="raw-log-label">
            <a:extLst xmlns:a="http://schemas.openxmlformats.org/drawingml/2006/main">
              <a:ext uri="{FF2B5EF4-FFF2-40B4-BE49-F238E27FC236}">
                <a16:creationId xmlns:a16="http://schemas.microsoft.com/office/drawing/2014/main" id="{006FCE19-8A4F-4EDF-848D-C12A8E77E7BF}"/>
              </a:ext>
            </a:extLst>
          </p:cNvPr>
          <p:cNvSpPr>
            <a:spLocks xmlns:a="http://schemas.openxmlformats.org/drawingml/2006/main" noGrp="1"/>
          </p:cNvSpPr>
          <p:nvPr/>
        </p:nvSpPr>
        <p:spPr>
          <a:xfrm xmlns:a="http://schemas.openxmlformats.org/drawingml/2006/main">
            <a:off x="5495925" y="3838575"/>
            <a:ext cx="605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75818C"/>
                </a:solidFill>
                <a:latin typeface="Microsoft YaHei"/>
                <a:ea typeface="Microsoft YaHei"/>
                <a:cs typeface="Microsoft YaHei"/>
              </a:defRPr>
            </a:defPPr>
            <a:lvl1pPr algn="l">
              <a:defRPr sz="1275" b="0">
                <a:solidFill>
                  <a:srgbClr val="75818C"/>
                </a:solidFill>
                <a:latin typeface="Microsoft YaHei"/>
                <a:ea typeface="Microsoft YaHei"/>
                <a:cs typeface="Microsoft YaHei"/>
              </a:defRPr>
            </a:lvl1pPr>
            <a:lvl2pPr algn="l">
              <a:defRPr sz="1275" b="0">
                <a:solidFill>
                  <a:srgbClr val="75818C"/>
                </a:solidFill>
                <a:latin typeface="Microsoft YaHei"/>
                <a:ea typeface="Microsoft YaHei"/>
                <a:cs typeface="Microsoft YaHei"/>
              </a:defRPr>
            </a:lvl2pPr>
            <a:lvl3pPr algn="l">
              <a:defRPr sz="1275" b="0">
                <a:solidFill>
                  <a:srgbClr val="75818C"/>
                </a:solidFill>
                <a:latin typeface="Microsoft YaHei"/>
                <a:ea typeface="Microsoft YaHei"/>
                <a:cs typeface="Microsoft YaHei"/>
              </a:defRPr>
            </a:lvl3pPr>
            <a:lvl4pPr algn="l">
              <a:defRPr sz="1275" b="0">
                <a:solidFill>
                  <a:srgbClr val="75818C"/>
                </a:solidFill>
                <a:latin typeface="Microsoft YaHei"/>
                <a:ea typeface="Microsoft YaHei"/>
                <a:cs typeface="Microsoft YaHei"/>
              </a:defRPr>
            </a:lvl4pPr>
            <a:lvl5pPr algn="l">
              <a:defRPr sz="1275" b="0">
                <a:solidFill>
                  <a:srgbClr val="75818C"/>
                </a:solidFill>
                <a:latin typeface="Microsoft YaHei"/>
                <a:ea typeface="Microsoft YaHei"/>
                <a:cs typeface="Microsoft YaHei"/>
              </a:defRPr>
            </a:lvl5pPr>
            <a:lvl6pPr algn="l">
              <a:defRPr sz="1275" b="0">
                <a:solidFill>
                  <a:srgbClr val="75818C"/>
                </a:solidFill>
                <a:latin typeface="Microsoft YaHei"/>
                <a:ea typeface="Microsoft YaHei"/>
                <a:cs typeface="Microsoft YaHei"/>
              </a:defRPr>
            </a:lvl6pPr>
            <a:lvl7pPr algn="l">
              <a:defRPr sz="1275" b="0">
                <a:solidFill>
                  <a:srgbClr val="75818C"/>
                </a:solidFill>
                <a:latin typeface="Microsoft YaHei"/>
                <a:ea typeface="Microsoft YaHei"/>
                <a:cs typeface="Microsoft YaHei"/>
              </a:defRPr>
            </a:lvl7pPr>
            <a:lvl8pPr algn="l">
              <a:defRPr sz="1275" b="0">
                <a:solidFill>
                  <a:srgbClr val="75818C"/>
                </a:solidFill>
                <a:latin typeface="Microsoft YaHei"/>
                <a:ea typeface="Microsoft YaHei"/>
                <a:cs typeface="Microsoft YaHei"/>
              </a:defRPr>
            </a:lvl8pPr>
            <a:lvl9pPr algn="l">
              <a:defRPr sz="1275" b="0">
                <a:solidFill>
                  <a:srgbClr val="75818C"/>
                </a:solidFill>
                <a:latin typeface="Microsoft YaHei"/>
                <a:ea typeface="Microsoft YaHei"/>
                <a:cs typeface="Microsoft YaHei"/>
              </a:defRPr>
            </a:lvl9pPr>
          </a:lstStyle>
          <a:p xmlns:a="http://schemas.openxmlformats.org/drawingml/2006/main">
            <a:pPr algn="l">
              <a:defRPr sz="1275" b="0">
                <a:solidFill>
                  <a:srgbClr val="75818C"/>
                </a:solidFill>
                <a:latin typeface="Microsoft YaHei"/>
                <a:ea typeface="Microsoft YaHei"/>
                <a:cs typeface="Microsoft YaHei"/>
              </a:defRPr>
            </a:pPr>
            <a:r>
              <a:rPr sz="1275" b="0">
                <a:solidFill>
                  <a:srgbClr val="75818C"/>
                </a:solidFill>
                <a:latin typeface="Microsoft YaHei"/>
                <a:ea typeface="Microsoft YaHei"/>
                <a:cs typeface="Microsoft YaHei"/>
              </a:rPr>
              <a:t>日志还包含变量 use count、lifetime 区间、space 编码与 buffer size。</a:t>
            </a:r>
          </a:p>
        </p:txBody>
      </p:sp>
      <p:sp>
        <p:nvSpPr>
          <p:cNvPr id="20" name="mid-rule">
            <a:extLst xmlns:a="http://schemas.openxmlformats.org/drawingml/2006/main">
              <a:ext uri="{FF2B5EF4-FFF2-40B4-BE49-F238E27FC236}">
                <a16:creationId xmlns:a16="http://schemas.microsoft.com/office/drawing/2014/main" id="{A4B4BD78-B133-4F38-9A49-A8083C8E3704}"/>
              </a:ext>
            </a:extLst>
          </p:cNvPr>
          <p:cNvSpPr>
            <a:spLocks xmlns:a="http://schemas.openxmlformats.org/drawingml/2006/main" noGrp="1"/>
          </p:cNvSpPr>
          <p:nvPr/>
        </p:nvSpPr>
        <p:spPr>
          <a:xfrm xmlns:a="http://schemas.openxmlformats.org/drawingml/2006/main">
            <a:off x="609600" y="4438650"/>
            <a:ext cx="10972800" cy="9525"/>
          </a:xfrm>
          <a:prstGeom xmlns:a="http://schemas.openxmlformats.org/drawingml/2006/main" prst="rect">
            <a:avLst/>
          </a:prstGeom>
          <a:solidFill xmlns:a="http://schemas.openxmlformats.org/drawingml/2006/main">
            <a:srgbClr val="D7DFE4"/>
          </a:solidFill>
          <a:ln xmlns:a="http://schemas.openxmlformats.org/drawingml/2006/main" w="0">
            <a:noFill/>
            <a:prstDash val="solid"/>
          </a:ln>
        </p:spPr>
      </p:sp>
      <p:sp>
        <p:nvSpPr>
          <p:cNvPr id="21" name="bad-heading">
            <a:extLst xmlns:a="http://schemas.openxmlformats.org/drawingml/2006/main">
              <a:ext uri="{FF2B5EF4-FFF2-40B4-BE49-F238E27FC236}">
                <a16:creationId xmlns:a16="http://schemas.microsoft.com/office/drawing/2014/main" id="{97C48438-8C99-456D-855C-688BB9C9072F}"/>
              </a:ext>
            </a:extLst>
          </p:cNvPr>
          <p:cNvSpPr>
            <a:spLocks xmlns:a="http://schemas.openxmlformats.org/drawingml/2006/main" noGrp="1"/>
          </p:cNvSpPr>
          <p:nvPr/>
        </p:nvSpPr>
        <p:spPr>
          <a:xfrm xmlns:a="http://schemas.openxmlformats.org/drawingml/2006/main">
            <a:off x="609600" y="4581525"/>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B6532E"/>
                </a:solidFill>
                <a:latin typeface="Microsoft YaHei"/>
                <a:ea typeface="Microsoft YaHei"/>
                <a:cs typeface="Microsoft YaHei"/>
              </a:defRPr>
            </a:defPPr>
            <a:lvl1pPr algn="l">
              <a:defRPr sz="1650" b="1">
                <a:solidFill>
                  <a:srgbClr val="B6532E"/>
                </a:solidFill>
                <a:latin typeface="Microsoft YaHei"/>
                <a:ea typeface="Microsoft YaHei"/>
                <a:cs typeface="Microsoft YaHei"/>
              </a:defRPr>
            </a:lvl1pPr>
            <a:lvl2pPr algn="l">
              <a:defRPr sz="1650" b="1">
                <a:solidFill>
                  <a:srgbClr val="B6532E"/>
                </a:solidFill>
                <a:latin typeface="Microsoft YaHei"/>
                <a:ea typeface="Microsoft YaHei"/>
                <a:cs typeface="Microsoft YaHei"/>
              </a:defRPr>
            </a:lvl2pPr>
            <a:lvl3pPr algn="l">
              <a:defRPr sz="1650" b="1">
                <a:solidFill>
                  <a:srgbClr val="B6532E"/>
                </a:solidFill>
                <a:latin typeface="Microsoft YaHei"/>
                <a:ea typeface="Microsoft YaHei"/>
                <a:cs typeface="Microsoft YaHei"/>
              </a:defRPr>
            </a:lvl3pPr>
            <a:lvl4pPr algn="l">
              <a:defRPr sz="1650" b="1">
                <a:solidFill>
                  <a:srgbClr val="B6532E"/>
                </a:solidFill>
                <a:latin typeface="Microsoft YaHei"/>
                <a:ea typeface="Microsoft YaHei"/>
                <a:cs typeface="Microsoft YaHei"/>
              </a:defRPr>
            </a:lvl4pPr>
            <a:lvl5pPr algn="l">
              <a:defRPr sz="1650" b="1">
                <a:solidFill>
                  <a:srgbClr val="B6532E"/>
                </a:solidFill>
                <a:latin typeface="Microsoft YaHei"/>
                <a:ea typeface="Microsoft YaHei"/>
                <a:cs typeface="Microsoft YaHei"/>
              </a:defRPr>
            </a:lvl5pPr>
            <a:lvl6pPr algn="l">
              <a:defRPr sz="1650" b="1">
                <a:solidFill>
                  <a:srgbClr val="B6532E"/>
                </a:solidFill>
                <a:latin typeface="Microsoft YaHei"/>
                <a:ea typeface="Microsoft YaHei"/>
                <a:cs typeface="Microsoft YaHei"/>
              </a:defRPr>
            </a:lvl6pPr>
            <a:lvl7pPr algn="l">
              <a:defRPr sz="1650" b="1">
                <a:solidFill>
                  <a:srgbClr val="B6532E"/>
                </a:solidFill>
                <a:latin typeface="Microsoft YaHei"/>
                <a:ea typeface="Microsoft YaHei"/>
                <a:cs typeface="Microsoft YaHei"/>
              </a:defRPr>
            </a:lvl7pPr>
            <a:lvl8pPr algn="l">
              <a:defRPr sz="1650" b="1">
                <a:solidFill>
                  <a:srgbClr val="B6532E"/>
                </a:solidFill>
                <a:latin typeface="Microsoft YaHei"/>
                <a:ea typeface="Microsoft YaHei"/>
                <a:cs typeface="Microsoft YaHei"/>
              </a:defRPr>
            </a:lvl8pPr>
            <a:lvl9pPr algn="l">
              <a:defRPr sz="1650" b="1">
                <a:solidFill>
                  <a:srgbClr val="B6532E"/>
                </a:solidFill>
                <a:latin typeface="Microsoft YaHei"/>
                <a:ea typeface="Microsoft YaHei"/>
                <a:cs typeface="Microsoft YaHei"/>
              </a:defRPr>
            </a:lvl9pPr>
          </a:lstStyle>
          <a:p xmlns:a="http://schemas.openxmlformats.org/drawingml/2006/main">
            <a:pPr algn="l">
              <a:defRPr sz="1650" b="1">
                <a:solidFill>
                  <a:srgbClr val="B6532E"/>
                </a:solidFill>
                <a:latin typeface="Microsoft YaHei"/>
                <a:ea typeface="Microsoft YaHei"/>
                <a:cs typeface="Microsoft YaHei"/>
              </a:defRPr>
            </a:pPr>
            <a:r>
              <a:rPr sz="1650" b="1">
                <a:solidFill>
                  <a:srgbClr val="B6532E"/>
                </a:solidFill>
                <a:latin typeface="Microsoft YaHei"/>
                <a:ea typeface="Microsoft YaHei"/>
                <a:cs typeface="Microsoft YaHei"/>
              </a:rPr>
              <a:t>反面：继续堆硬件知识</a:t>
            </a:r>
          </a:p>
        </p:txBody>
      </p:sp>
      <p:sp>
        <p:nvSpPr>
          <p:cNvPr id="22" name="bad-body">
            <a:extLst xmlns:a="http://schemas.openxmlformats.org/drawingml/2006/main">
              <a:ext uri="{FF2B5EF4-FFF2-40B4-BE49-F238E27FC236}">
                <a16:creationId xmlns:a16="http://schemas.microsoft.com/office/drawing/2014/main" id="{225A13ED-42BB-4D62-BFCA-B8640C05D08B}"/>
              </a:ext>
            </a:extLst>
          </p:cNvPr>
          <p:cNvSpPr>
            <a:spLocks xmlns:a="http://schemas.openxmlformats.org/drawingml/2006/main" noGrp="1"/>
          </p:cNvSpPr>
          <p:nvPr/>
        </p:nvSpPr>
        <p:spPr>
          <a:xfrm xmlns:a="http://schemas.openxmlformats.org/drawingml/2006/main">
            <a:off x="609600" y="4943475"/>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969"/>
          </a:bodyPr>
          <a:lstStyle xmlns:a="http://schemas.openxmlformats.org/drawingml/2006/main">
            <a:defPPr algn="l">
              <a:defRPr sz="1350" b="0">
                <a:solidFill>
                  <a:srgbClr val="17212B"/>
                </a:solidFill>
                <a:latin typeface="Microsoft YaHei"/>
                <a:ea typeface="Microsoft YaHei"/>
                <a:cs typeface="Microsoft YaHei"/>
              </a:defRPr>
            </a:defPPr>
            <a:lvl1pPr algn="l">
              <a:defRPr sz="1350" b="0">
                <a:solidFill>
                  <a:srgbClr val="17212B"/>
                </a:solidFill>
                <a:latin typeface="Microsoft YaHei"/>
                <a:ea typeface="Microsoft YaHei"/>
                <a:cs typeface="Microsoft YaHei"/>
              </a:defRPr>
            </a:lvl1pPr>
            <a:lvl2pPr algn="l">
              <a:defRPr sz="1350" b="0">
                <a:solidFill>
                  <a:srgbClr val="17212B"/>
                </a:solidFill>
                <a:latin typeface="Microsoft YaHei"/>
                <a:ea typeface="Microsoft YaHei"/>
                <a:cs typeface="Microsoft YaHei"/>
              </a:defRPr>
            </a:lvl2pPr>
            <a:lvl3pPr algn="l">
              <a:defRPr sz="1350" b="0">
                <a:solidFill>
                  <a:srgbClr val="17212B"/>
                </a:solidFill>
                <a:latin typeface="Microsoft YaHei"/>
                <a:ea typeface="Microsoft YaHei"/>
                <a:cs typeface="Microsoft YaHei"/>
              </a:defRPr>
            </a:lvl3pPr>
            <a:lvl4pPr algn="l">
              <a:defRPr sz="1350" b="0">
                <a:solidFill>
                  <a:srgbClr val="17212B"/>
                </a:solidFill>
                <a:latin typeface="Microsoft YaHei"/>
                <a:ea typeface="Microsoft YaHei"/>
                <a:cs typeface="Microsoft YaHei"/>
              </a:defRPr>
            </a:lvl4pPr>
            <a:lvl5pPr algn="l">
              <a:defRPr sz="1350" b="0">
                <a:solidFill>
                  <a:srgbClr val="17212B"/>
                </a:solidFill>
                <a:latin typeface="Microsoft YaHei"/>
                <a:ea typeface="Microsoft YaHei"/>
                <a:cs typeface="Microsoft YaHei"/>
              </a:defRPr>
            </a:lvl5pPr>
            <a:lvl6pPr algn="l">
              <a:defRPr sz="1350" b="0">
                <a:solidFill>
                  <a:srgbClr val="17212B"/>
                </a:solidFill>
                <a:latin typeface="Microsoft YaHei"/>
                <a:ea typeface="Microsoft YaHei"/>
                <a:cs typeface="Microsoft YaHei"/>
              </a:defRPr>
            </a:lvl6pPr>
            <a:lvl7pPr algn="l">
              <a:defRPr sz="1350" b="0">
                <a:solidFill>
                  <a:srgbClr val="17212B"/>
                </a:solidFill>
                <a:latin typeface="Microsoft YaHei"/>
                <a:ea typeface="Microsoft YaHei"/>
                <a:cs typeface="Microsoft YaHei"/>
              </a:defRPr>
            </a:lvl7pPr>
            <a:lvl8pPr algn="l">
              <a:defRPr sz="1350" b="0">
                <a:solidFill>
                  <a:srgbClr val="17212B"/>
                </a:solidFill>
                <a:latin typeface="Microsoft YaHei"/>
                <a:ea typeface="Microsoft YaHei"/>
                <a:cs typeface="Microsoft YaHei"/>
              </a:defRPr>
            </a:lvl8pPr>
            <a:lvl9pPr algn="l">
              <a:defRPr sz="1350" b="0">
                <a:solidFill>
                  <a:srgbClr val="17212B"/>
                </a:solidFill>
                <a:latin typeface="Microsoft YaHei"/>
                <a:ea typeface="Microsoft YaHei"/>
                <a:cs typeface="Microsoft YaHei"/>
              </a:defRPr>
            </a:lvl9pPr>
          </a:lstStyle>
          <a:p xmlns:a="http://schemas.openxmlformats.org/drawingml/2006/main">
            <a:pPr algn="l">
              <a:defRPr sz="1350" b="0">
                <a:solidFill>
                  <a:srgbClr val="17212B"/>
                </a:solidFill>
                <a:latin typeface="Microsoft YaHei"/>
                <a:ea typeface="Microsoft YaHei"/>
                <a:cs typeface="Microsoft YaHei"/>
              </a:defRPr>
            </a:pPr>
            <a:r>
              <a:rPr sz="1350" b="0">
                <a:solidFill>
                  <a:srgbClr val="17212B"/>
                </a:solidFill>
                <a:latin typeface="Microsoft YaHei"/>
                <a:ea typeface="Microsoft YaHei"/>
                <a:cs typeface="Microsoft YaHei"/>
              </a:rPr>
              <a:t>再解释 Right / Mat / Vec、地址和生命周期，仍未指出修改方向。</a:t>
            </a:r>
          </a:p>
          <a:p xmlns:a="http://schemas.openxmlformats.org/drawingml/2006/main">
            <a:pPr algn="l">
              <a:defRPr sz="1350" b="0">
                <a:solidFill>
                  <a:srgbClr val="17212B"/>
                </a:solidFill>
                <a:latin typeface="Microsoft YaHei"/>
                <a:ea typeface="Microsoft YaHei"/>
                <a:cs typeface="Microsoft YaHei"/>
              </a:defRPr>
            </a:pPr>
            <a:r>
              <a:rPr sz="1350" b="0">
                <a:solidFill>
                  <a:srgbClr val="17212B"/>
                </a:solidFill>
                <a:latin typeface="Microsoft YaHei"/>
                <a:ea typeface="Microsoft YaHei"/>
                <a:cs typeface="Microsoft YaHei"/>
              </a:rPr>
              <a:t>只说“减小 tile”，用户仍要猜改哪一维、怎么分块。</a:t>
            </a:r>
          </a:p>
        </p:txBody>
      </p:sp>
      <p:sp>
        <p:nvSpPr>
          <p:cNvPr id="23" name="good-heading">
            <a:extLst xmlns:a="http://schemas.openxmlformats.org/drawingml/2006/main">
              <a:ext uri="{FF2B5EF4-FFF2-40B4-BE49-F238E27FC236}">
                <a16:creationId xmlns:a16="http://schemas.microsoft.com/office/drawing/2014/main" id="{915A7A99-9121-4C45-9F98-ACAD9AD42A0D}"/>
              </a:ext>
            </a:extLst>
          </p:cNvPr>
          <p:cNvSpPr>
            <a:spLocks xmlns:a="http://schemas.openxmlformats.org/drawingml/2006/main" noGrp="1"/>
          </p:cNvSpPr>
          <p:nvPr/>
        </p:nvSpPr>
        <p:spPr>
          <a:xfrm xmlns:a="http://schemas.openxmlformats.org/drawingml/2006/main">
            <a:off x="6134100" y="458152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47D7A"/>
                </a:solidFill>
                <a:latin typeface="Microsoft YaHei"/>
                <a:ea typeface="Microsoft YaHei"/>
                <a:cs typeface="Microsoft YaHei"/>
              </a:defRPr>
            </a:defPPr>
            <a:lvl1pPr algn="l">
              <a:defRPr sz="1650" b="1">
                <a:solidFill>
                  <a:srgbClr val="147D7A"/>
                </a:solidFill>
                <a:latin typeface="Microsoft YaHei"/>
                <a:ea typeface="Microsoft YaHei"/>
                <a:cs typeface="Microsoft YaHei"/>
              </a:defRPr>
            </a:lvl1pPr>
            <a:lvl2pPr algn="l">
              <a:defRPr sz="1650" b="1">
                <a:solidFill>
                  <a:srgbClr val="147D7A"/>
                </a:solidFill>
                <a:latin typeface="Microsoft YaHei"/>
                <a:ea typeface="Microsoft YaHei"/>
                <a:cs typeface="Microsoft YaHei"/>
              </a:defRPr>
            </a:lvl2pPr>
            <a:lvl3pPr algn="l">
              <a:defRPr sz="1650" b="1">
                <a:solidFill>
                  <a:srgbClr val="147D7A"/>
                </a:solidFill>
                <a:latin typeface="Microsoft YaHei"/>
                <a:ea typeface="Microsoft YaHei"/>
                <a:cs typeface="Microsoft YaHei"/>
              </a:defRPr>
            </a:lvl3pPr>
            <a:lvl4pPr algn="l">
              <a:defRPr sz="1650" b="1">
                <a:solidFill>
                  <a:srgbClr val="147D7A"/>
                </a:solidFill>
                <a:latin typeface="Microsoft YaHei"/>
                <a:ea typeface="Microsoft YaHei"/>
                <a:cs typeface="Microsoft YaHei"/>
              </a:defRPr>
            </a:lvl4pPr>
            <a:lvl5pPr algn="l">
              <a:defRPr sz="1650" b="1">
                <a:solidFill>
                  <a:srgbClr val="147D7A"/>
                </a:solidFill>
                <a:latin typeface="Microsoft YaHei"/>
                <a:ea typeface="Microsoft YaHei"/>
                <a:cs typeface="Microsoft YaHei"/>
              </a:defRPr>
            </a:lvl5pPr>
            <a:lvl6pPr algn="l">
              <a:defRPr sz="1650" b="1">
                <a:solidFill>
                  <a:srgbClr val="147D7A"/>
                </a:solidFill>
                <a:latin typeface="Microsoft YaHei"/>
                <a:ea typeface="Microsoft YaHei"/>
                <a:cs typeface="Microsoft YaHei"/>
              </a:defRPr>
            </a:lvl6pPr>
            <a:lvl7pPr algn="l">
              <a:defRPr sz="1650" b="1">
                <a:solidFill>
                  <a:srgbClr val="147D7A"/>
                </a:solidFill>
                <a:latin typeface="Microsoft YaHei"/>
                <a:ea typeface="Microsoft YaHei"/>
                <a:cs typeface="Microsoft YaHei"/>
              </a:defRPr>
            </a:lvl7pPr>
            <a:lvl8pPr algn="l">
              <a:defRPr sz="1650" b="1">
                <a:solidFill>
                  <a:srgbClr val="147D7A"/>
                </a:solidFill>
                <a:latin typeface="Microsoft YaHei"/>
                <a:ea typeface="Microsoft YaHei"/>
                <a:cs typeface="Microsoft YaHei"/>
              </a:defRPr>
            </a:lvl8pPr>
            <a:lvl9pPr algn="l">
              <a:defRPr sz="1650" b="1">
                <a:solidFill>
                  <a:srgbClr val="147D7A"/>
                </a:solidFill>
                <a:latin typeface="Microsoft YaHei"/>
                <a:ea typeface="Microsoft YaHei"/>
                <a:cs typeface="Microsoft YaHei"/>
              </a:defRPr>
            </a:lvl9pPr>
          </a:lstStyle>
          <a:p xmlns:a="http://schemas.openxmlformats.org/drawingml/2006/main">
            <a:pPr algn="l">
              <a:defRPr sz="1650" b="1">
                <a:solidFill>
                  <a:srgbClr val="147D7A"/>
                </a:solidFill>
                <a:latin typeface="Microsoft YaHei"/>
                <a:ea typeface="Microsoft YaHei"/>
                <a:cs typeface="Microsoft YaHei"/>
              </a:defRPr>
            </a:pPr>
            <a:r>
              <a:rPr sz="1650" b="1">
                <a:solidFill>
                  <a:srgbClr val="147D7A"/>
                </a:solidFill>
                <a:latin typeface="Microsoft YaHei"/>
                <a:ea typeface="Microsoft YaHei"/>
                <a:cs typeface="Microsoft YaHei"/>
              </a:rPr>
              <a:t>合理：把约束翻译成代码动作</a:t>
            </a:r>
          </a:p>
        </p:txBody>
      </p:sp>
      <p:sp>
        <p:nvSpPr>
          <p:cNvPr id="24" name="good-body">
            <a:extLst xmlns:a="http://schemas.openxmlformats.org/drawingml/2006/main">
              <a:ext uri="{FF2B5EF4-FFF2-40B4-BE49-F238E27FC236}">
                <a16:creationId xmlns:a16="http://schemas.microsoft.com/office/drawing/2014/main" id="{C162EBA6-EDEE-4D4F-98E3-6CB412EEDDF6}"/>
              </a:ext>
            </a:extLst>
          </p:cNvPr>
          <p:cNvSpPr>
            <a:spLocks xmlns:a="http://schemas.openxmlformats.org/drawingml/2006/main" noGrp="1"/>
          </p:cNvSpPr>
          <p:nvPr/>
        </p:nvSpPr>
        <p:spPr>
          <a:xfrm xmlns:a="http://schemas.openxmlformats.org/drawingml/2006/main">
            <a:off x="6134100" y="4943475"/>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7212B"/>
                </a:solidFill>
                <a:latin typeface="Microsoft YaHei"/>
                <a:ea typeface="Microsoft YaHei"/>
                <a:cs typeface="Microsoft YaHei"/>
              </a:defRPr>
            </a:defPPr>
            <a:lvl1pPr algn="l">
              <a:defRPr sz="1350" b="0">
                <a:solidFill>
                  <a:srgbClr val="17212B"/>
                </a:solidFill>
                <a:latin typeface="Microsoft YaHei"/>
                <a:ea typeface="Microsoft YaHei"/>
                <a:cs typeface="Microsoft YaHei"/>
              </a:defRPr>
            </a:lvl1pPr>
            <a:lvl2pPr algn="l">
              <a:defRPr sz="1350" b="0">
                <a:solidFill>
                  <a:srgbClr val="17212B"/>
                </a:solidFill>
                <a:latin typeface="Microsoft YaHei"/>
                <a:ea typeface="Microsoft YaHei"/>
                <a:cs typeface="Microsoft YaHei"/>
              </a:defRPr>
            </a:lvl2pPr>
            <a:lvl3pPr algn="l">
              <a:defRPr sz="1350" b="0">
                <a:solidFill>
                  <a:srgbClr val="17212B"/>
                </a:solidFill>
                <a:latin typeface="Microsoft YaHei"/>
                <a:ea typeface="Microsoft YaHei"/>
                <a:cs typeface="Microsoft YaHei"/>
              </a:defRPr>
            </a:lvl3pPr>
            <a:lvl4pPr algn="l">
              <a:defRPr sz="1350" b="0">
                <a:solidFill>
                  <a:srgbClr val="17212B"/>
                </a:solidFill>
                <a:latin typeface="Microsoft YaHei"/>
                <a:ea typeface="Microsoft YaHei"/>
                <a:cs typeface="Microsoft YaHei"/>
              </a:defRPr>
            </a:lvl4pPr>
            <a:lvl5pPr algn="l">
              <a:defRPr sz="1350" b="0">
                <a:solidFill>
                  <a:srgbClr val="17212B"/>
                </a:solidFill>
                <a:latin typeface="Microsoft YaHei"/>
                <a:ea typeface="Microsoft YaHei"/>
                <a:cs typeface="Microsoft YaHei"/>
              </a:defRPr>
            </a:lvl5pPr>
            <a:lvl6pPr algn="l">
              <a:defRPr sz="1350" b="0">
                <a:solidFill>
                  <a:srgbClr val="17212B"/>
                </a:solidFill>
                <a:latin typeface="Microsoft YaHei"/>
                <a:ea typeface="Microsoft YaHei"/>
                <a:cs typeface="Microsoft YaHei"/>
              </a:defRPr>
            </a:lvl6pPr>
            <a:lvl7pPr algn="l">
              <a:defRPr sz="1350" b="0">
                <a:solidFill>
                  <a:srgbClr val="17212B"/>
                </a:solidFill>
                <a:latin typeface="Microsoft YaHei"/>
                <a:ea typeface="Microsoft YaHei"/>
                <a:cs typeface="Microsoft YaHei"/>
              </a:defRPr>
            </a:lvl7pPr>
            <a:lvl8pPr algn="l">
              <a:defRPr sz="1350" b="0">
                <a:solidFill>
                  <a:srgbClr val="17212B"/>
                </a:solidFill>
                <a:latin typeface="Microsoft YaHei"/>
                <a:ea typeface="Microsoft YaHei"/>
                <a:cs typeface="Microsoft YaHei"/>
              </a:defRPr>
            </a:lvl8pPr>
            <a:lvl9pPr algn="l">
              <a:defRPr sz="1350" b="0">
                <a:solidFill>
                  <a:srgbClr val="17212B"/>
                </a:solidFill>
                <a:latin typeface="Microsoft YaHei"/>
                <a:ea typeface="Microsoft YaHei"/>
                <a:cs typeface="Microsoft YaHei"/>
              </a:defRPr>
            </a:lvl9pPr>
          </a:lstStyle>
          <a:p xmlns:a="http://schemas.openxmlformats.org/drawingml/2006/main">
            <a:pPr algn="l">
              <a:defRPr sz="1350" b="0">
                <a:solidFill>
                  <a:srgbClr val="17212B"/>
                </a:solidFill>
                <a:latin typeface="Microsoft YaHei"/>
                <a:ea typeface="Microsoft YaHei"/>
                <a:cs typeface="Microsoft YaHei"/>
              </a:defRPr>
            </a:pPr>
            <a:r>
              <a:rPr sz="1350" b="0">
                <a:solidFill>
                  <a:srgbClr val="17212B"/>
                </a:solidFill>
                <a:latin typeface="Microsoft YaHei"/>
                <a:ea typeface="Microsoft YaHei"/>
                <a:cs typeface="Microsoft YaHei"/>
              </a:rPr>
              <a:t>指出 rank 维是本次变化点，建议沿该维分块逐块处理。</a:t>
            </a:r>
          </a:p>
          <a:p xmlns:a="http://schemas.openxmlformats.org/drawingml/2006/main">
            <a:pPr algn="l">
              <a:defRPr sz="1350" b="0">
                <a:solidFill>
                  <a:srgbClr val="17212B"/>
                </a:solidFill>
                <a:latin typeface="Microsoft YaHei"/>
                <a:ea typeface="Microsoft YaHei"/>
                <a:cs typeface="Microsoft YaHei"/>
              </a:defRPr>
            </a:pPr>
            <a:r>
              <a:rPr sz="1350" b="0">
                <a:solidFill>
                  <a:srgbClr val="17212B"/>
                </a:solidFill>
                <a:latin typeface="Microsoft YaHei"/>
                <a:ea typeface="Microsoft YaHei"/>
                <a:cs typeface="Microsoft YaHei"/>
              </a:rPr>
              <a:t>给出候选块的片上空间预估，并提醒验证尾块与跨块计算。</a:t>
            </a:r>
          </a:p>
        </p:txBody>
      </p:sp>
      <p:sp>
        <p:nvSpPr>
          <p:cNvPr id="25" name="proposal-strip">
            <a:extLst xmlns:a="http://schemas.openxmlformats.org/drawingml/2006/main">
              <a:ext uri="{FF2B5EF4-FFF2-40B4-BE49-F238E27FC236}">
                <a16:creationId xmlns:a16="http://schemas.microsoft.com/office/drawing/2014/main" id="{7CE6AB90-6478-46D9-BCFC-3E1C08266977}"/>
              </a:ext>
            </a:extLst>
          </p:cNvPr>
          <p:cNvSpPr>
            <a:spLocks xmlns:a="http://schemas.openxmlformats.org/drawingml/2006/main" noGrp="1"/>
          </p:cNvSpPr>
          <p:nvPr/>
        </p:nvSpPr>
        <p:spPr>
          <a:xfrm xmlns:a="http://schemas.openxmlformats.org/drawingml/2006/main">
            <a:off x="609600" y="5581650"/>
            <a:ext cx="10972800" cy="590550"/>
          </a:xfrm>
          <a:prstGeom xmlns:a="http://schemas.openxmlformats.org/drawingml/2006/main" prst="roundRect">
            <a:avLst>
              <a:gd name="adj" fmla="val 9677"/>
            </a:avLst>
          </a:prstGeom>
          <a:solidFill xmlns:a="http://schemas.openxmlformats.org/drawingml/2006/main">
            <a:srgbClr val="16333C"/>
          </a:solidFill>
          <a:ln xmlns:a="http://schemas.openxmlformats.org/drawingml/2006/main" w="0">
            <a:noFill/>
            <a:prstDash val="solid"/>
          </a:ln>
        </p:spPr>
      </p:sp>
      <p:sp>
        <p:nvSpPr>
          <p:cNvPr id="26" name="proposal-label">
            <a:extLst xmlns:a="http://schemas.openxmlformats.org/drawingml/2006/main">
              <a:ext uri="{FF2B5EF4-FFF2-40B4-BE49-F238E27FC236}">
                <a16:creationId xmlns:a16="http://schemas.microsoft.com/office/drawing/2014/main" id="{2637392B-8D33-4171-AF5F-5CEF7A9F09AA}"/>
              </a:ext>
            </a:extLst>
          </p:cNvPr>
          <p:cNvSpPr>
            <a:spLocks xmlns:a="http://schemas.openxmlformats.org/drawingml/2006/main" noGrp="1"/>
          </p:cNvSpPr>
          <p:nvPr/>
        </p:nvSpPr>
        <p:spPr>
          <a:xfrm xmlns:a="http://schemas.openxmlformats.org/drawingml/2006/main">
            <a:off x="781050" y="5762625"/>
            <a:ext cx="1123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9ED8D0"/>
                </a:solidFill>
                <a:latin typeface="Microsoft YaHei"/>
                <a:ea typeface="Microsoft YaHei"/>
                <a:cs typeface="Microsoft YaHei"/>
              </a:defRPr>
            </a:defPPr>
            <a:lvl1pPr algn="l">
              <a:defRPr sz="1275" b="1">
                <a:solidFill>
                  <a:srgbClr val="9ED8D0"/>
                </a:solidFill>
                <a:latin typeface="Microsoft YaHei"/>
                <a:ea typeface="Microsoft YaHei"/>
                <a:cs typeface="Microsoft YaHei"/>
              </a:defRPr>
            </a:lvl1pPr>
            <a:lvl2pPr algn="l">
              <a:defRPr sz="1275" b="1">
                <a:solidFill>
                  <a:srgbClr val="9ED8D0"/>
                </a:solidFill>
                <a:latin typeface="Microsoft YaHei"/>
                <a:ea typeface="Microsoft YaHei"/>
                <a:cs typeface="Microsoft YaHei"/>
              </a:defRPr>
            </a:lvl2pPr>
            <a:lvl3pPr algn="l">
              <a:defRPr sz="1275" b="1">
                <a:solidFill>
                  <a:srgbClr val="9ED8D0"/>
                </a:solidFill>
                <a:latin typeface="Microsoft YaHei"/>
                <a:ea typeface="Microsoft YaHei"/>
                <a:cs typeface="Microsoft YaHei"/>
              </a:defRPr>
            </a:lvl3pPr>
            <a:lvl4pPr algn="l">
              <a:defRPr sz="1275" b="1">
                <a:solidFill>
                  <a:srgbClr val="9ED8D0"/>
                </a:solidFill>
                <a:latin typeface="Microsoft YaHei"/>
                <a:ea typeface="Microsoft YaHei"/>
                <a:cs typeface="Microsoft YaHei"/>
              </a:defRPr>
            </a:lvl4pPr>
            <a:lvl5pPr algn="l">
              <a:defRPr sz="1275" b="1">
                <a:solidFill>
                  <a:srgbClr val="9ED8D0"/>
                </a:solidFill>
                <a:latin typeface="Microsoft YaHei"/>
                <a:ea typeface="Microsoft YaHei"/>
                <a:cs typeface="Microsoft YaHei"/>
              </a:defRPr>
            </a:lvl5pPr>
            <a:lvl6pPr algn="l">
              <a:defRPr sz="1275" b="1">
                <a:solidFill>
                  <a:srgbClr val="9ED8D0"/>
                </a:solidFill>
                <a:latin typeface="Microsoft YaHei"/>
                <a:ea typeface="Microsoft YaHei"/>
                <a:cs typeface="Microsoft YaHei"/>
              </a:defRPr>
            </a:lvl6pPr>
            <a:lvl7pPr algn="l">
              <a:defRPr sz="1275" b="1">
                <a:solidFill>
                  <a:srgbClr val="9ED8D0"/>
                </a:solidFill>
                <a:latin typeface="Microsoft YaHei"/>
                <a:ea typeface="Microsoft YaHei"/>
                <a:cs typeface="Microsoft YaHei"/>
              </a:defRPr>
            </a:lvl7pPr>
            <a:lvl8pPr algn="l">
              <a:defRPr sz="1275" b="1">
                <a:solidFill>
                  <a:srgbClr val="9ED8D0"/>
                </a:solidFill>
                <a:latin typeface="Microsoft YaHei"/>
                <a:ea typeface="Microsoft YaHei"/>
                <a:cs typeface="Microsoft YaHei"/>
              </a:defRPr>
            </a:lvl8pPr>
            <a:lvl9pPr algn="l">
              <a:defRPr sz="1275" b="1">
                <a:solidFill>
                  <a:srgbClr val="9ED8D0"/>
                </a:solidFill>
                <a:latin typeface="Microsoft YaHei"/>
                <a:ea typeface="Microsoft YaHei"/>
                <a:cs typeface="Microsoft YaHei"/>
              </a:defRPr>
            </a:lvl9pPr>
          </a:lstStyle>
          <a:p xmlns:a="http://schemas.openxmlformats.org/drawingml/2006/main">
            <a:pPr algn="l">
              <a:defRPr sz="1275" b="1">
                <a:solidFill>
                  <a:srgbClr val="9ED8D0"/>
                </a:solidFill>
                <a:latin typeface="Microsoft YaHei"/>
                <a:ea typeface="Microsoft YaHei"/>
                <a:cs typeface="Microsoft YaHei"/>
              </a:defRPr>
            </a:pPr>
            <a:r>
              <a:rPr sz="1275" b="1">
                <a:solidFill>
                  <a:srgbClr val="9ED8D0"/>
                </a:solidFill>
                <a:latin typeface="Microsoft YaHei"/>
                <a:ea typeface="Microsoft YaHei"/>
                <a:cs typeface="Microsoft YaHei"/>
              </a:rPr>
              <a:t>建议反馈</a:t>
            </a:r>
          </a:p>
        </p:txBody>
      </p:sp>
      <p:sp>
        <p:nvSpPr>
          <p:cNvPr id="27" name="proposal-text">
            <a:extLst xmlns:a="http://schemas.openxmlformats.org/drawingml/2006/main">
              <a:ext uri="{FF2B5EF4-FFF2-40B4-BE49-F238E27FC236}">
                <a16:creationId xmlns:a16="http://schemas.microsoft.com/office/drawing/2014/main" id="{27ECB2AB-772B-4D6E-90F5-28D30B902E56}"/>
              </a:ext>
            </a:extLst>
          </p:cNvPr>
          <p:cNvSpPr>
            <a:spLocks xmlns:a="http://schemas.openxmlformats.org/drawingml/2006/main" noGrp="1"/>
          </p:cNvSpPr>
          <p:nvPr/>
        </p:nvSpPr>
        <p:spPr>
          <a:xfrm xmlns:a="http://schemas.openxmlformats.org/drawingml/2006/main">
            <a:off x="1981200" y="5657850"/>
            <a:ext cx="9382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FFFFFF"/>
                </a:solidFill>
                <a:latin typeface="Microsoft YaHei"/>
                <a:ea typeface="Microsoft YaHei"/>
                <a:cs typeface="Microsoft YaHei"/>
              </a:defRPr>
            </a:defPPr>
            <a:lvl1pPr algn="l">
              <a:defRPr sz="1125" b="1">
                <a:solidFill>
                  <a:srgbClr val="FFFFFF"/>
                </a:solidFill>
                <a:latin typeface="Microsoft YaHei"/>
                <a:ea typeface="Microsoft YaHei"/>
                <a:cs typeface="Microsoft YaHei"/>
              </a:defRPr>
            </a:lvl1pPr>
            <a:lvl2pPr algn="l">
              <a:defRPr sz="1125" b="1">
                <a:solidFill>
                  <a:srgbClr val="FFFFFF"/>
                </a:solidFill>
                <a:latin typeface="Microsoft YaHei"/>
                <a:ea typeface="Microsoft YaHei"/>
                <a:cs typeface="Microsoft YaHei"/>
              </a:defRPr>
            </a:lvl2pPr>
            <a:lvl3pPr algn="l">
              <a:defRPr sz="1125" b="1">
                <a:solidFill>
                  <a:srgbClr val="FFFFFF"/>
                </a:solidFill>
                <a:latin typeface="Microsoft YaHei"/>
                <a:ea typeface="Microsoft YaHei"/>
                <a:cs typeface="Microsoft YaHei"/>
              </a:defRPr>
            </a:lvl3pPr>
            <a:lvl4pPr algn="l">
              <a:defRPr sz="1125" b="1">
                <a:solidFill>
                  <a:srgbClr val="FFFFFF"/>
                </a:solidFill>
                <a:latin typeface="Microsoft YaHei"/>
                <a:ea typeface="Microsoft YaHei"/>
                <a:cs typeface="Microsoft YaHei"/>
              </a:defRPr>
            </a:lvl4pPr>
            <a:lvl5pPr algn="l">
              <a:defRPr sz="1125" b="1">
                <a:solidFill>
                  <a:srgbClr val="FFFFFF"/>
                </a:solidFill>
                <a:latin typeface="Microsoft YaHei"/>
                <a:ea typeface="Microsoft YaHei"/>
                <a:cs typeface="Microsoft YaHei"/>
              </a:defRPr>
            </a:lvl5pPr>
            <a:lvl6pPr algn="l">
              <a:defRPr sz="1125" b="1">
                <a:solidFill>
                  <a:srgbClr val="FFFFFF"/>
                </a:solidFill>
                <a:latin typeface="Microsoft YaHei"/>
                <a:ea typeface="Microsoft YaHei"/>
                <a:cs typeface="Microsoft YaHei"/>
              </a:defRPr>
            </a:lvl6pPr>
            <a:lvl7pPr algn="l">
              <a:defRPr sz="1125" b="1">
                <a:solidFill>
                  <a:srgbClr val="FFFFFF"/>
                </a:solidFill>
                <a:latin typeface="Microsoft YaHei"/>
                <a:ea typeface="Microsoft YaHei"/>
                <a:cs typeface="Microsoft YaHei"/>
              </a:defRPr>
            </a:lvl7pPr>
            <a:lvl8pPr algn="l">
              <a:defRPr sz="1125" b="1">
                <a:solidFill>
                  <a:srgbClr val="FFFFFF"/>
                </a:solidFill>
                <a:latin typeface="Microsoft YaHei"/>
                <a:ea typeface="Microsoft YaHei"/>
                <a:cs typeface="Microsoft YaHei"/>
              </a:defRPr>
            </a:lvl8pPr>
            <a:lvl9pPr algn="l">
              <a:defRPr sz="1125" b="1">
                <a:solidFill>
                  <a:srgbClr val="FFFFFF"/>
                </a:solidFill>
                <a:latin typeface="Microsoft YaHei"/>
                <a:ea typeface="Microsoft YaHei"/>
                <a:cs typeface="Microsoft YaHei"/>
              </a:defRPr>
            </a:lvl9pPr>
          </a:lstStyle>
          <a:p xmlns:a="http://schemas.openxmlformats.org/drawingml/2006/main">
            <a:pPr algn="l">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KV_LORA_RANK 从 128 调到 512 后，当前 tile 需要 96 KiB Right buffer（上限 64 KiB）。</a:t>
            </a:r>
          </a:p>
          <a:p xmlns:a="http://schemas.openxmlformats.org/drawingml/2006/main">
            <a:pPr algn="l">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建议沿 rank 维分块，并查看候选块大小与各片上空间预估。</a:t>
            </a:r>
          </a:p>
        </p:txBody>
      </p:sp>
      <p:sp>
        <p:nvSpPr>
          <p:cNvPr id="28" name="source-line">
            <a:extLst xmlns:a="http://schemas.openxmlformats.org/drawingml/2006/main">
              <a:ext uri="{FF2B5EF4-FFF2-40B4-BE49-F238E27FC236}">
                <a16:creationId xmlns:a16="http://schemas.microsoft.com/office/drawing/2014/main" id="{B0598C6E-A373-4F84-A930-813789F0DB28}"/>
              </a:ext>
            </a:extLst>
          </p:cNvPr>
          <p:cNvSpPr>
            <a:spLocks xmlns:a="http://schemas.openxmlformats.org/drawingml/2006/main" noGrp="1"/>
          </p:cNvSpPr>
          <p:nvPr/>
        </p:nvSpPr>
        <p:spPr>
          <a:xfrm xmlns:a="http://schemas.openxmlformats.org/drawingml/2006/main">
            <a:off x="609600" y="63817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5818C"/>
                </a:solidFill>
                <a:latin typeface="Microsoft YaHei"/>
                <a:ea typeface="Microsoft YaHei"/>
                <a:cs typeface="Microsoft YaHei"/>
              </a:defRPr>
            </a:defPPr>
            <a:lvl1pPr algn="l">
              <a:defRPr sz="900" b="0">
                <a:solidFill>
                  <a:srgbClr val="75818C"/>
                </a:solidFill>
                <a:latin typeface="Microsoft YaHei"/>
                <a:ea typeface="Microsoft YaHei"/>
                <a:cs typeface="Microsoft YaHei"/>
              </a:defRPr>
            </a:lvl1pPr>
            <a:lvl2pPr algn="l">
              <a:defRPr sz="900" b="0">
                <a:solidFill>
                  <a:srgbClr val="75818C"/>
                </a:solidFill>
                <a:latin typeface="Microsoft YaHei"/>
                <a:ea typeface="Microsoft YaHei"/>
                <a:cs typeface="Microsoft YaHei"/>
              </a:defRPr>
            </a:lvl2pPr>
            <a:lvl3pPr algn="l">
              <a:defRPr sz="900" b="0">
                <a:solidFill>
                  <a:srgbClr val="75818C"/>
                </a:solidFill>
                <a:latin typeface="Microsoft YaHei"/>
                <a:ea typeface="Microsoft YaHei"/>
                <a:cs typeface="Microsoft YaHei"/>
              </a:defRPr>
            </a:lvl3pPr>
            <a:lvl4pPr algn="l">
              <a:defRPr sz="900" b="0">
                <a:solidFill>
                  <a:srgbClr val="75818C"/>
                </a:solidFill>
                <a:latin typeface="Microsoft YaHei"/>
                <a:ea typeface="Microsoft YaHei"/>
                <a:cs typeface="Microsoft YaHei"/>
              </a:defRPr>
            </a:lvl4pPr>
            <a:lvl5pPr algn="l">
              <a:defRPr sz="900" b="0">
                <a:solidFill>
                  <a:srgbClr val="75818C"/>
                </a:solidFill>
                <a:latin typeface="Microsoft YaHei"/>
                <a:ea typeface="Microsoft YaHei"/>
                <a:cs typeface="Microsoft YaHei"/>
              </a:defRPr>
            </a:lvl5pPr>
            <a:lvl6pPr algn="l">
              <a:defRPr sz="900" b="0">
                <a:solidFill>
                  <a:srgbClr val="75818C"/>
                </a:solidFill>
                <a:latin typeface="Microsoft YaHei"/>
                <a:ea typeface="Microsoft YaHei"/>
                <a:cs typeface="Microsoft YaHei"/>
              </a:defRPr>
            </a:lvl6pPr>
            <a:lvl7pPr algn="l">
              <a:defRPr sz="900" b="0">
                <a:solidFill>
                  <a:srgbClr val="75818C"/>
                </a:solidFill>
                <a:latin typeface="Microsoft YaHei"/>
                <a:ea typeface="Microsoft YaHei"/>
                <a:cs typeface="Microsoft YaHei"/>
              </a:defRPr>
            </a:lvl7pPr>
            <a:lvl8pPr algn="l">
              <a:defRPr sz="900" b="0">
                <a:solidFill>
                  <a:srgbClr val="75818C"/>
                </a:solidFill>
                <a:latin typeface="Microsoft YaHei"/>
                <a:ea typeface="Microsoft YaHei"/>
                <a:cs typeface="Microsoft YaHei"/>
              </a:defRPr>
            </a:lvl8pPr>
            <a:lvl9pPr algn="l">
              <a:defRPr sz="900" b="0">
                <a:solidFill>
                  <a:srgbClr val="75818C"/>
                </a:solidFill>
                <a:latin typeface="Microsoft YaHei"/>
                <a:ea typeface="Microsoft YaHei"/>
                <a:cs typeface="Microsoft YaHei"/>
              </a:defRPr>
            </a:lvl9pPr>
          </a:lstStyle>
          <a:p xmlns:a="http://schemas.openxmlformats.org/drawingml/2006/main">
            <a:pPr algn="l">
              <a:defRPr sz="900" b="0">
                <a:solidFill>
                  <a:srgbClr val="75818C"/>
                </a:solidFill>
                <a:latin typeface="Microsoft YaHei"/>
                <a:ea typeface="Microsoft YaHei"/>
                <a:cs typeface="Microsoft YaHei"/>
              </a:defRPr>
            </a:pPr>
            <a:r>
              <a:rPr sz="900" b="0">
                <a:solidFill>
                  <a:srgbClr val="75818C"/>
                </a:solidFill>
                <a:latin typeface="Microsoft YaHei"/>
                <a:ea typeface="Microsoft YaHei"/>
                <a:cs typeface="Microsoft YaHei"/>
              </a:rPr>
              <a:t>Issue 事实：pypto#630。建议反馈与资源预估为设计扩展，非当前系统能力。</a:t>
            </a:r>
          </a:p>
        </p:txBody>
      </p:sp>
    </p:spTree>
    <p:extLst>
      <p:ext uri="{BB962C8B-B14F-4D97-AF65-F5344CB8AC3E}">
        <p14:creationId xmlns:p14="http://schemas.microsoft.com/office/powerpoint/2010/main" val="2125035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2026-10-20T08:38:41.4800000Z</dcterms:created>
  <dcterms:modified xsi:type="dcterms:W3CDTF">2026-10-20T08:38:41.4800000Z</dcterms:modified>
</coreProperties>
</file>